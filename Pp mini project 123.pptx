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0303"/>
    <a:srgbClr val="B5CEE7"/>
    <a:srgbClr val="F29A96"/>
    <a:srgbClr val="E73A2A"/>
    <a:srgbClr val="E1B0AB"/>
    <a:srgbClr val="ED776B"/>
    <a:srgbClr val="F6C1BB"/>
    <a:srgbClr val="983313"/>
    <a:srgbClr val="B5361D"/>
    <a:srgbClr val="344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0" d="100"/>
          <a:sy n="30" d="100"/>
        </p:scale>
        <p:origin x="2702" y="109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8E18A-09F0-47C3-94F5-F07A3F82168B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1644-6E1E-4A53-8AB7-F91891C38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346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C1644-6E1E-4A53-8AB7-F91891C387A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70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8524-4BEB-B39E-2442-9707B048C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32A90-2101-2EA3-455C-1AF8DA639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0A5EB-5E1C-9A8B-9A6F-57B18622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46D9B-B02E-C3BA-30E7-3418B564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8FD9C-5F59-8529-8F1F-DBBD0E6A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50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BBEF-C471-BE24-4F2E-786E0960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4EF7F-3298-921E-D68C-A8C2D5485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89B37-8200-3AF6-6858-BE3C7278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B77CA-B7F9-9693-6C55-6B28EFA5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9626F-5712-D5C7-E7B2-3DFE896A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76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3ACD-4B4C-55B0-B6F1-92C1EDDF2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81ED9-69EC-47B2-CFAC-6A40B8F8B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3E56D-D61A-698D-1328-B6A40926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A4A37-1281-21D0-610C-0AD970D7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DFD-E03F-81A3-8BE7-982A3BF4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80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CC63-DE77-C86D-CC10-B5C88388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0F180-E5E5-988C-4ADF-8AF8D41A8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08A91-3F46-6EE0-446E-C5C7D632D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DCD98-2B33-2A4E-F9F7-B34AD8FD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1F651-B9FD-9A57-524B-D0872C49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18116-95A6-FB00-795C-30F4F795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14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BEF1-D7F2-9D01-E25E-FEA382EF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ED288-9E3E-8DC9-7A94-8AF2B697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D1F27-5DD6-99F4-2E09-B65BF05FE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32A5F-906B-E827-5B21-B112DE88A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0BF5D-B8A9-86BB-A2E7-C0B2EC7BA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6172B-3EB7-8A49-B5CF-FA36DC46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2CC6E-1BC8-925C-33B3-C3ED40B2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B3F8A-D3CE-EAAE-D3BF-B8A2DB14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78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869D-15A6-F820-C66C-B9EE2E16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DE9C7-B889-5AA2-B613-72081053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C6922-0EB6-33DB-F8D0-DF962340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53492-C97F-4320-6547-1FFBFD2F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26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ECBE89-F6DA-D1C5-A816-944E73BB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F97B4-B9AE-A3A0-6327-03AA159B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6C2A8-C321-859C-5DE8-1C78AB3F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89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8BD1-4D6B-A19E-C900-DC2BF77D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03D16-45AA-4302-95B7-AD071B3A2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9D263-89E7-FC71-C19C-A9A3DEE9C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E4C79-0D7C-E5D3-E6D5-73EA77776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AB705-9303-1425-EA9F-890729B6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F7C86-2301-6616-CF3A-5AD6D939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37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5F6A-F9A4-EC84-4C34-CBA7F1316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36376-286D-6908-524E-2E36D432B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CDDA4-A708-7F76-E5B8-4B49BF091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7CE87-8936-7BC4-F1A4-DA16DA8E6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3A692-CD38-2DD9-11FB-01459616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43892-5931-8831-E096-AD0DBDDA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44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259C-FAEF-BDB6-A800-7F8D88AC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78E9C-700B-2A70-3C09-95FA0EC0F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604A-C940-3F2F-1DD9-DE0BB56B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033A4-9B5C-8BAC-DA39-D3EA7C82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74603-64A3-F6A2-88A5-6F7B0DB8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5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E6F5A4-5840-FF20-DED3-A9A009262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592B2-F934-25C7-5B27-0266D3264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0F792-FBC2-3778-05A5-CCF4DCD3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040FE-2B47-2165-AA2F-8572AD62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7BC20-4D15-08C1-B012-D365C41D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00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4F99E-2291-8D6C-4C34-6AE569DE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BE50-3023-D37B-164D-ED30A60C8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021F9-BE54-627C-D640-0690FEB83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B48D9-EE42-4054-87A5-36A6FC4FAEE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627F9-D023-EF30-E159-113FD44DF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0833B-C597-0079-91F2-A1627F9AC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65E5E-7BCF-41FD-9B06-EE18FBFE3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81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B379B-1A0B-A6CA-8C30-04377CB4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29258F53-E724-5FA1-274E-78C26204DAF6}"/>
              </a:ext>
            </a:extLst>
          </p:cNvPr>
          <p:cNvSpPr/>
          <p:nvPr/>
        </p:nvSpPr>
        <p:spPr>
          <a:xfrm>
            <a:off x="-324271" y="-145837"/>
            <a:ext cx="13257701" cy="7330246"/>
          </a:xfrm>
          <a:prstGeom prst="rect">
            <a:avLst/>
          </a:prstGeom>
          <a:gradFill flip="none" rotWithShape="1">
            <a:gsLst>
              <a:gs pos="65000">
                <a:srgbClr val="344152"/>
              </a:gs>
              <a:gs pos="88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gradFill>
                <a:gsLst>
                  <a:gs pos="34000">
                    <a:srgbClr val="344152"/>
                  </a:gs>
                  <a:gs pos="89000">
                    <a:schemeClr val="tx1"/>
                  </a:gs>
                </a:gsLst>
                <a:path path="circle">
                  <a:fillToRect l="50000" t="50000" r="50000" b="50000"/>
                </a:path>
              </a:gra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861B5-5F67-9741-1D03-968FD2766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76178" y="4447849"/>
            <a:ext cx="6511092" cy="6230652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CAA84C1D-A481-98CB-6E52-376A4059A32C}"/>
              </a:ext>
            </a:extLst>
          </p:cNvPr>
          <p:cNvSpPr txBox="1"/>
          <p:nvPr/>
        </p:nvSpPr>
        <p:spPr>
          <a:xfrm>
            <a:off x="195290" y="-6122217"/>
            <a:ext cx="3942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TEAM MEMBERS</a:t>
            </a:r>
            <a:endParaRPr lang="en-IN" sz="3200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645640C-2EB2-E9AB-D18B-F1ADC5E4ED6E}"/>
              </a:ext>
            </a:extLst>
          </p:cNvPr>
          <p:cNvGrpSpPr/>
          <p:nvPr/>
        </p:nvGrpSpPr>
        <p:grpSpPr>
          <a:xfrm>
            <a:off x="14987946" y="6120551"/>
            <a:ext cx="2145558" cy="1474897"/>
            <a:chOff x="5719633" y="3429000"/>
            <a:chExt cx="2145558" cy="1474897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3094C15-8980-877D-260E-B6AF73E24448}"/>
                </a:ext>
              </a:extLst>
            </p:cNvPr>
            <p:cNvSpPr/>
            <p:nvPr/>
          </p:nvSpPr>
          <p:spPr>
            <a:xfrm>
              <a:off x="5719633" y="3429000"/>
              <a:ext cx="2145558" cy="1474897"/>
            </a:xfrm>
            <a:custGeom>
              <a:avLst/>
              <a:gdLst>
                <a:gd name="connsiteX0" fmla="*/ 78647 w 2145558"/>
                <a:gd name="connsiteY0" fmla="*/ 0 h 1474897"/>
                <a:gd name="connsiteX1" fmla="*/ 84304 w 2145558"/>
                <a:gd name="connsiteY1" fmla="*/ 15456 h 1474897"/>
                <a:gd name="connsiteX2" fmla="*/ 183214 w 2145558"/>
                <a:gd name="connsiteY2" fmla="*/ 197683 h 1474897"/>
                <a:gd name="connsiteX3" fmla="*/ 227601 w 2145558"/>
                <a:gd name="connsiteY3" fmla="*/ 257040 h 1474897"/>
                <a:gd name="connsiteX4" fmla="*/ 244971 w 2145558"/>
                <a:gd name="connsiteY4" fmla="*/ 280269 h 1474897"/>
                <a:gd name="connsiteX5" fmla="*/ 314210 w 2145558"/>
                <a:gd name="connsiteY5" fmla="*/ 356451 h 1474897"/>
                <a:gd name="connsiteX6" fmla="*/ 376367 w 2145558"/>
                <a:gd name="connsiteY6" fmla="*/ 412943 h 1474897"/>
                <a:gd name="connsiteX7" fmla="*/ 390392 w 2145558"/>
                <a:gd name="connsiteY7" fmla="*/ 425690 h 1474897"/>
                <a:gd name="connsiteX8" fmla="*/ 655205 w 2145558"/>
                <a:gd name="connsiteY8" fmla="*/ 586357 h 1474897"/>
                <a:gd name="connsiteX9" fmla="*/ 731553 w 2145558"/>
                <a:gd name="connsiteY9" fmla="*/ 614300 h 1474897"/>
                <a:gd name="connsiteX10" fmla="*/ 753768 w 2145558"/>
                <a:gd name="connsiteY10" fmla="*/ 622431 h 1474897"/>
                <a:gd name="connsiteX11" fmla="*/ 1072779 w 2145558"/>
                <a:gd name="connsiteY11" fmla="*/ 670661 h 1474897"/>
                <a:gd name="connsiteX12" fmla="*/ 1391790 w 2145558"/>
                <a:gd name="connsiteY12" fmla="*/ 622431 h 1474897"/>
                <a:gd name="connsiteX13" fmla="*/ 1430341 w 2145558"/>
                <a:gd name="connsiteY13" fmla="*/ 608322 h 1474897"/>
                <a:gd name="connsiteX14" fmla="*/ 1490353 w 2145558"/>
                <a:gd name="connsiteY14" fmla="*/ 586357 h 1474897"/>
                <a:gd name="connsiteX15" fmla="*/ 2061254 w 2145558"/>
                <a:gd name="connsiteY15" fmla="*/ 15456 h 1474897"/>
                <a:gd name="connsiteX16" fmla="*/ 2066911 w 2145558"/>
                <a:gd name="connsiteY16" fmla="*/ 0 h 1474897"/>
                <a:gd name="connsiteX17" fmla="*/ 2097328 w 2145558"/>
                <a:gd name="connsiteY17" fmla="*/ 83107 h 1474897"/>
                <a:gd name="connsiteX18" fmla="*/ 2145558 w 2145558"/>
                <a:gd name="connsiteY18" fmla="*/ 402118 h 1474897"/>
                <a:gd name="connsiteX19" fmla="*/ 1288981 w 2145558"/>
                <a:gd name="connsiteY19" fmla="*/ 1453102 h 1474897"/>
                <a:gd name="connsiteX20" fmla="*/ 1222133 w 2145558"/>
                <a:gd name="connsiteY20" fmla="*/ 1463304 h 1474897"/>
                <a:gd name="connsiteX21" fmla="*/ 1182464 w 2145558"/>
                <a:gd name="connsiteY21" fmla="*/ 1469358 h 1474897"/>
                <a:gd name="connsiteX22" fmla="*/ 1072779 w 2145558"/>
                <a:gd name="connsiteY22" fmla="*/ 1474897 h 1474897"/>
                <a:gd name="connsiteX23" fmla="*/ 390392 w 2145558"/>
                <a:gd name="connsiteY23" fmla="*/ 1229926 h 1474897"/>
                <a:gd name="connsiteX24" fmla="*/ 376367 w 2145558"/>
                <a:gd name="connsiteY24" fmla="*/ 1217179 h 1474897"/>
                <a:gd name="connsiteX25" fmla="*/ 314210 w 2145558"/>
                <a:gd name="connsiteY25" fmla="*/ 1160687 h 1474897"/>
                <a:gd name="connsiteX26" fmla="*/ 21795 w 2145558"/>
                <a:gd name="connsiteY26" fmla="*/ 618320 h 1474897"/>
                <a:gd name="connsiteX27" fmla="*/ 21182 w 2145558"/>
                <a:gd name="connsiteY27" fmla="*/ 614300 h 1474897"/>
                <a:gd name="connsiteX28" fmla="*/ 5539 w 2145558"/>
                <a:gd name="connsiteY28" fmla="*/ 511803 h 1474897"/>
                <a:gd name="connsiteX29" fmla="*/ 0 w 2145558"/>
                <a:gd name="connsiteY29" fmla="*/ 402118 h 1474897"/>
                <a:gd name="connsiteX30" fmla="*/ 5539 w 2145558"/>
                <a:gd name="connsiteY30" fmla="*/ 292433 h 1474897"/>
                <a:gd name="connsiteX31" fmla="*/ 18705 w 2145558"/>
                <a:gd name="connsiteY31" fmla="*/ 206167 h 1474897"/>
                <a:gd name="connsiteX32" fmla="*/ 21795 w 2145558"/>
                <a:gd name="connsiteY32" fmla="*/ 185916 h 1474897"/>
                <a:gd name="connsiteX33" fmla="*/ 48230 w 2145558"/>
                <a:gd name="connsiteY33" fmla="*/ 83107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45558" h="1474897">
                  <a:moveTo>
                    <a:pt x="78647" y="0"/>
                  </a:moveTo>
                  <a:lnTo>
                    <a:pt x="84304" y="15456"/>
                  </a:lnTo>
                  <a:cubicBezTo>
                    <a:pt x="111447" y="79629"/>
                    <a:pt x="144657" y="140611"/>
                    <a:pt x="183214" y="197683"/>
                  </a:cubicBezTo>
                  <a:lnTo>
                    <a:pt x="227601" y="257040"/>
                  </a:lnTo>
                  <a:lnTo>
                    <a:pt x="244971" y="280269"/>
                  </a:lnTo>
                  <a:cubicBezTo>
                    <a:pt x="266834" y="306760"/>
                    <a:pt x="289943" y="332184"/>
                    <a:pt x="314210" y="356451"/>
                  </a:cubicBezTo>
                  <a:lnTo>
                    <a:pt x="376367" y="412943"/>
                  </a:lnTo>
                  <a:lnTo>
                    <a:pt x="390392" y="425690"/>
                  </a:lnTo>
                  <a:cubicBezTo>
                    <a:pt x="469866" y="491278"/>
                    <a:pt x="558946" y="545643"/>
                    <a:pt x="655205" y="586357"/>
                  </a:cubicBezTo>
                  <a:lnTo>
                    <a:pt x="731553" y="614300"/>
                  </a:lnTo>
                  <a:lnTo>
                    <a:pt x="753768" y="622431"/>
                  </a:lnTo>
                  <a:cubicBezTo>
                    <a:pt x="854543" y="653776"/>
                    <a:pt x="961689" y="670661"/>
                    <a:pt x="1072779" y="670661"/>
                  </a:cubicBezTo>
                  <a:cubicBezTo>
                    <a:pt x="1183869" y="670661"/>
                    <a:pt x="1291015" y="653776"/>
                    <a:pt x="1391790" y="622431"/>
                  </a:cubicBezTo>
                  <a:lnTo>
                    <a:pt x="1430341" y="608322"/>
                  </a:lnTo>
                  <a:lnTo>
                    <a:pt x="1490353" y="586357"/>
                  </a:lnTo>
                  <a:cubicBezTo>
                    <a:pt x="1747044" y="477786"/>
                    <a:pt x="1952683" y="272147"/>
                    <a:pt x="2061254" y="15456"/>
                  </a:cubicBezTo>
                  <a:lnTo>
                    <a:pt x="2066911" y="0"/>
                  </a:lnTo>
                  <a:lnTo>
                    <a:pt x="2097328" y="83107"/>
                  </a:lnTo>
                  <a:cubicBezTo>
                    <a:pt x="2128673" y="183882"/>
                    <a:pt x="2145558" y="291028"/>
                    <a:pt x="2145558" y="402118"/>
                  </a:cubicBezTo>
                  <a:cubicBezTo>
                    <a:pt x="2145558" y="920537"/>
                    <a:pt x="1777829" y="1353069"/>
                    <a:pt x="1288981" y="1453102"/>
                  </a:cubicBezTo>
                  <a:lnTo>
                    <a:pt x="1222133" y="1463304"/>
                  </a:lnTo>
                  <a:lnTo>
                    <a:pt x="1182464" y="1469358"/>
                  </a:lnTo>
                  <a:cubicBezTo>
                    <a:pt x="1146401" y="1473021"/>
                    <a:pt x="1109809" y="1474897"/>
                    <a:pt x="1072779" y="1474897"/>
                  </a:cubicBezTo>
                  <a:cubicBezTo>
                    <a:pt x="813570" y="1474897"/>
                    <a:pt x="575832" y="1382965"/>
                    <a:pt x="390392" y="1229926"/>
                  </a:cubicBezTo>
                  <a:lnTo>
                    <a:pt x="376367" y="1217179"/>
                  </a:lnTo>
                  <a:lnTo>
                    <a:pt x="314210" y="1160687"/>
                  </a:lnTo>
                  <a:cubicBezTo>
                    <a:pt x="168609" y="1015086"/>
                    <a:pt x="64666" y="827826"/>
                    <a:pt x="21795" y="618320"/>
                  </a:cubicBezTo>
                  <a:lnTo>
                    <a:pt x="21182" y="614300"/>
                  </a:lnTo>
                  <a:lnTo>
                    <a:pt x="5539" y="511803"/>
                  </a:lnTo>
                  <a:cubicBezTo>
                    <a:pt x="1876" y="475740"/>
                    <a:pt x="0" y="439148"/>
                    <a:pt x="0" y="402118"/>
                  </a:cubicBezTo>
                  <a:cubicBezTo>
                    <a:pt x="0" y="365088"/>
                    <a:pt x="1876" y="328496"/>
                    <a:pt x="5539" y="292433"/>
                  </a:cubicBezTo>
                  <a:lnTo>
                    <a:pt x="18705" y="206167"/>
                  </a:lnTo>
                  <a:lnTo>
                    <a:pt x="21795" y="185916"/>
                  </a:lnTo>
                  <a:cubicBezTo>
                    <a:pt x="28941" y="150998"/>
                    <a:pt x="37782" y="116699"/>
                    <a:pt x="48230" y="83107"/>
                  </a:cubicBezTo>
                  <a:close/>
                </a:path>
              </a:pathLst>
            </a:custGeom>
            <a:solidFill>
              <a:srgbClr val="E73A2A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7" name="Graphic 106" descr="Classroom with solid fill">
              <a:extLst>
                <a:ext uri="{FF2B5EF4-FFF2-40B4-BE49-F238E27FC236}">
                  <a16:creationId xmlns:a16="http://schemas.microsoft.com/office/drawing/2014/main" id="{31AA2B60-9486-0E7C-8542-8EAD1AC23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6977" y="3955691"/>
              <a:ext cx="547200" cy="547200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BC3AB84-F491-36AC-9A7C-89A81208F036}"/>
              </a:ext>
            </a:extLst>
          </p:cNvPr>
          <p:cNvGrpSpPr/>
          <p:nvPr/>
        </p:nvGrpSpPr>
        <p:grpSpPr>
          <a:xfrm>
            <a:off x="14142768" y="-436206"/>
            <a:ext cx="1917957" cy="2134055"/>
            <a:chOff x="5947234" y="1965606"/>
            <a:chExt cx="1917957" cy="2134055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190B940-CD68-9366-F5E7-515B2878BBCA}"/>
                </a:ext>
              </a:extLst>
            </p:cNvPr>
            <p:cNvSpPr/>
            <p:nvPr/>
          </p:nvSpPr>
          <p:spPr>
            <a:xfrm>
              <a:off x="5947234" y="1965606"/>
              <a:ext cx="1917957" cy="2134055"/>
            </a:xfrm>
            <a:custGeom>
              <a:avLst/>
              <a:gdLst>
                <a:gd name="connsiteX0" fmla="*/ 993945 w 1917957"/>
                <a:gd name="connsiteY0" fmla="*/ 0 h 2134055"/>
                <a:gd name="connsiteX1" fmla="*/ 1061380 w 1917957"/>
                <a:gd name="connsiteY1" fmla="*/ 10292 h 2134055"/>
                <a:gd name="connsiteX2" fmla="*/ 1917957 w 1917957"/>
                <a:gd name="connsiteY2" fmla="*/ 1061276 h 2134055"/>
                <a:gd name="connsiteX3" fmla="*/ 1869727 w 1917957"/>
                <a:gd name="connsiteY3" fmla="*/ 1380287 h 2134055"/>
                <a:gd name="connsiteX4" fmla="*/ 1839310 w 1917957"/>
                <a:gd name="connsiteY4" fmla="*/ 1463394 h 2134055"/>
                <a:gd name="connsiteX5" fmla="*/ 1833653 w 1917957"/>
                <a:gd name="connsiteY5" fmla="*/ 1478850 h 2134055"/>
                <a:gd name="connsiteX6" fmla="*/ 1262752 w 1917957"/>
                <a:gd name="connsiteY6" fmla="*/ 2049751 h 2134055"/>
                <a:gd name="connsiteX7" fmla="*/ 1202740 w 1917957"/>
                <a:gd name="connsiteY7" fmla="*/ 2071716 h 2134055"/>
                <a:gd name="connsiteX8" fmla="*/ 1164189 w 1917957"/>
                <a:gd name="connsiteY8" fmla="*/ 2085825 h 2134055"/>
                <a:gd name="connsiteX9" fmla="*/ 845178 w 1917957"/>
                <a:gd name="connsiteY9" fmla="*/ 2134055 h 2134055"/>
                <a:gd name="connsiteX10" fmla="*/ 526167 w 1917957"/>
                <a:gd name="connsiteY10" fmla="*/ 2085825 h 2134055"/>
                <a:gd name="connsiteX11" fmla="*/ 503952 w 1917957"/>
                <a:gd name="connsiteY11" fmla="*/ 2077694 h 2134055"/>
                <a:gd name="connsiteX12" fmla="*/ 427604 w 1917957"/>
                <a:gd name="connsiteY12" fmla="*/ 2049751 h 2134055"/>
                <a:gd name="connsiteX13" fmla="*/ 162791 w 1917957"/>
                <a:gd name="connsiteY13" fmla="*/ 1889084 h 2134055"/>
                <a:gd name="connsiteX14" fmla="*/ 148766 w 1917957"/>
                <a:gd name="connsiteY14" fmla="*/ 1876337 h 2134055"/>
                <a:gd name="connsiteX15" fmla="*/ 86609 w 1917957"/>
                <a:gd name="connsiteY15" fmla="*/ 1819845 h 2134055"/>
                <a:gd name="connsiteX16" fmla="*/ 17370 w 1917957"/>
                <a:gd name="connsiteY16" fmla="*/ 1743663 h 2134055"/>
                <a:gd name="connsiteX17" fmla="*/ 0 w 1917957"/>
                <a:gd name="connsiteY17" fmla="*/ 1720434 h 2134055"/>
                <a:gd name="connsiteX18" fmla="*/ 39081 w 1917957"/>
                <a:gd name="connsiteY18" fmla="*/ 1726398 h 2134055"/>
                <a:gd name="connsiteX19" fmla="*/ 148766 w 1917957"/>
                <a:gd name="connsiteY19" fmla="*/ 1731937 h 2134055"/>
                <a:gd name="connsiteX20" fmla="*/ 258451 w 1917957"/>
                <a:gd name="connsiteY20" fmla="*/ 1726398 h 2134055"/>
                <a:gd name="connsiteX21" fmla="*/ 297533 w 1917957"/>
                <a:gd name="connsiteY21" fmla="*/ 1720434 h 2134055"/>
                <a:gd name="connsiteX22" fmla="*/ 364968 w 1917957"/>
                <a:gd name="connsiteY22" fmla="*/ 1710142 h 2134055"/>
                <a:gd name="connsiteX23" fmla="*/ 467777 w 1917957"/>
                <a:gd name="connsiteY23" fmla="*/ 1683707 h 2134055"/>
                <a:gd name="connsiteX24" fmla="*/ 506429 w 1917957"/>
                <a:gd name="connsiteY24" fmla="*/ 1669561 h 2134055"/>
                <a:gd name="connsiteX25" fmla="*/ 566340 w 1917957"/>
                <a:gd name="connsiteY25" fmla="*/ 1647633 h 2134055"/>
                <a:gd name="connsiteX26" fmla="*/ 831153 w 1917957"/>
                <a:gd name="connsiteY26" fmla="*/ 1486966 h 2134055"/>
                <a:gd name="connsiteX27" fmla="*/ 856706 w 1917957"/>
                <a:gd name="connsiteY27" fmla="*/ 1463742 h 2134055"/>
                <a:gd name="connsiteX28" fmla="*/ 907335 w 1917957"/>
                <a:gd name="connsiteY28" fmla="*/ 1417727 h 2134055"/>
                <a:gd name="connsiteX29" fmla="*/ 1199750 w 1917957"/>
                <a:gd name="connsiteY29" fmla="*/ 875360 h 2134055"/>
                <a:gd name="connsiteX30" fmla="*/ 1202841 w 1917957"/>
                <a:gd name="connsiteY30" fmla="*/ 855110 h 2134055"/>
                <a:gd name="connsiteX31" fmla="*/ 1216006 w 1917957"/>
                <a:gd name="connsiteY31" fmla="*/ 768843 h 2134055"/>
                <a:gd name="connsiteX32" fmla="*/ 1221545 w 1917957"/>
                <a:gd name="connsiteY32" fmla="*/ 659158 h 2134055"/>
                <a:gd name="connsiteX33" fmla="*/ 1038331 w 1917957"/>
                <a:gd name="connsiteY33" fmla="*/ 59357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7957" h="2134055">
                  <a:moveTo>
                    <a:pt x="993945" y="0"/>
                  </a:moveTo>
                  <a:lnTo>
                    <a:pt x="1061380" y="10292"/>
                  </a:lnTo>
                  <a:cubicBezTo>
                    <a:pt x="1550228" y="110325"/>
                    <a:pt x="1917957" y="542857"/>
                    <a:pt x="1917957" y="1061276"/>
                  </a:cubicBezTo>
                  <a:cubicBezTo>
                    <a:pt x="1917957" y="1172366"/>
                    <a:pt x="1901072" y="1279512"/>
                    <a:pt x="1869727" y="1380287"/>
                  </a:cubicBezTo>
                  <a:lnTo>
                    <a:pt x="1839310" y="1463394"/>
                  </a:lnTo>
                  <a:lnTo>
                    <a:pt x="1833653" y="1478850"/>
                  </a:lnTo>
                  <a:cubicBezTo>
                    <a:pt x="1725082" y="1735541"/>
                    <a:pt x="1519443" y="1941180"/>
                    <a:pt x="1262752" y="2049751"/>
                  </a:cubicBezTo>
                  <a:lnTo>
                    <a:pt x="1202740" y="2071716"/>
                  </a:lnTo>
                  <a:lnTo>
                    <a:pt x="1164189" y="2085825"/>
                  </a:lnTo>
                  <a:cubicBezTo>
                    <a:pt x="1063414" y="2117170"/>
                    <a:pt x="956268" y="2134055"/>
                    <a:pt x="845178" y="2134055"/>
                  </a:cubicBezTo>
                  <a:cubicBezTo>
                    <a:pt x="734088" y="2134055"/>
                    <a:pt x="626942" y="2117170"/>
                    <a:pt x="526167" y="2085825"/>
                  </a:cubicBezTo>
                  <a:lnTo>
                    <a:pt x="503952" y="2077694"/>
                  </a:lnTo>
                  <a:lnTo>
                    <a:pt x="427604" y="2049751"/>
                  </a:lnTo>
                  <a:cubicBezTo>
                    <a:pt x="331345" y="2009037"/>
                    <a:pt x="242265" y="1954672"/>
                    <a:pt x="162791" y="1889084"/>
                  </a:cubicBezTo>
                  <a:lnTo>
                    <a:pt x="148766" y="1876337"/>
                  </a:lnTo>
                  <a:lnTo>
                    <a:pt x="86609" y="1819845"/>
                  </a:lnTo>
                  <a:cubicBezTo>
                    <a:pt x="62342" y="1795578"/>
                    <a:pt x="39233" y="1770154"/>
                    <a:pt x="17370" y="1743663"/>
                  </a:cubicBezTo>
                  <a:lnTo>
                    <a:pt x="0" y="1720434"/>
                  </a:lnTo>
                  <a:lnTo>
                    <a:pt x="39081" y="1726398"/>
                  </a:lnTo>
                  <a:cubicBezTo>
                    <a:pt x="75145" y="1730061"/>
                    <a:pt x="111736" y="1731937"/>
                    <a:pt x="148766" y="1731937"/>
                  </a:cubicBezTo>
                  <a:cubicBezTo>
                    <a:pt x="185796" y="1731937"/>
                    <a:pt x="222388" y="1730061"/>
                    <a:pt x="258451" y="1726398"/>
                  </a:cubicBezTo>
                  <a:lnTo>
                    <a:pt x="297533" y="1720434"/>
                  </a:lnTo>
                  <a:lnTo>
                    <a:pt x="364968" y="1710142"/>
                  </a:lnTo>
                  <a:cubicBezTo>
                    <a:pt x="399886" y="1702997"/>
                    <a:pt x="434186" y="1694155"/>
                    <a:pt x="467777" y="1683707"/>
                  </a:cubicBezTo>
                  <a:lnTo>
                    <a:pt x="506429" y="1669561"/>
                  </a:lnTo>
                  <a:lnTo>
                    <a:pt x="566340" y="1647633"/>
                  </a:lnTo>
                  <a:cubicBezTo>
                    <a:pt x="662599" y="1606919"/>
                    <a:pt x="751679" y="1552554"/>
                    <a:pt x="831153" y="1486966"/>
                  </a:cubicBezTo>
                  <a:lnTo>
                    <a:pt x="856706" y="1463742"/>
                  </a:lnTo>
                  <a:lnTo>
                    <a:pt x="907335" y="1417727"/>
                  </a:lnTo>
                  <a:cubicBezTo>
                    <a:pt x="1052937" y="1272126"/>
                    <a:pt x="1156879" y="1084866"/>
                    <a:pt x="1199750" y="875360"/>
                  </a:cubicBezTo>
                  <a:lnTo>
                    <a:pt x="1202841" y="855110"/>
                  </a:lnTo>
                  <a:lnTo>
                    <a:pt x="1216006" y="768843"/>
                  </a:lnTo>
                  <a:cubicBezTo>
                    <a:pt x="1219669" y="732780"/>
                    <a:pt x="1221545" y="696188"/>
                    <a:pt x="1221545" y="659158"/>
                  </a:cubicBezTo>
                  <a:cubicBezTo>
                    <a:pt x="1221545" y="436979"/>
                    <a:pt x="1154003" y="230574"/>
                    <a:pt x="1038331" y="59357"/>
                  </a:cubicBezTo>
                  <a:close/>
                </a:path>
              </a:pathLst>
            </a:custGeom>
            <a:solidFill>
              <a:srgbClr val="B5361D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9" name="Graphic 108" descr="Graduation cap with solid fill">
              <a:extLst>
                <a:ext uri="{FF2B5EF4-FFF2-40B4-BE49-F238E27FC236}">
                  <a16:creationId xmlns:a16="http://schemas.microsoft.com/office/drawing/2014/main" id="{48493CCD-DA3B-6959-2B70-CBC5DDBC7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64124" y="22660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7860E70-40F2-B05C-4162-6CFC8A5CEF84}"/>
              </a:ext>
            </a:extLst>
          </p:cNvPr>
          <p:cNvGrpSpPr/>
          <p:nvPr/>
        </p:nvGrpSpPr>
        <p:grpSpPr>
          <a:xfrm>
            <a:off x="-3315595" y="1697849"/>
            <a:ext cx="2145558" cy="1474897"/>
            <a:chOff x="4326808" y="1954103"/>
            <a:chExt cx="2145558" cy="1474897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9D015B2-2EBE-ECD2-A92B-911DE842A3D6}"/>
                </a:ext>
              </a:extLst>
            </p:cNvPr>
            <p:cNvSpPr/>
            <p:nvPr/>
          </p:nvSpPr>
          <p:spPr>
            <a:xfrm>
              <a:off x="4326808" y="1954103"/>
              <a:ext cx="2145558" cy="1474897"/>
            </a:xfrm>
            <a:custGeom>
              <a:avLst/>
              <a:gdLst>
                <a:gd name="connsiteX0" fmla="*/ 1072779 w 2145558"/>
                <a:gd name="connsiteY0" fmla="*/ 0 h 1474897"/>
                <a:gd name="connsiteX1" fmla="*/ 1755166 w 2145558"/>
                <a:gd name="connsiteY1" fmla="*/ 244971 h 1474897"/>
                <a:gd name="connsiteX2" fmla="*/ 1769191 w 2145558"/>
                <a:gd name="connsiteY2" fmla="*/ 257718 h 1474897"/>
                <a:gd name="connsiteX3" fmla="*/ 1831348 w 2145558"/>
                <a:gd name="connsiteY3" fmla="*/ 314210 h 1474897"/>
                <a:gd name="connsiteX4" fmla="*/ 2123763 w 2145558"/>
                <a:gd name="connsiteY4" fmla="*/ 856577 h 1474897"/>
                <a:gd name="connsiteX5" fmla="*/ 2124377 w 2145558"/>
                <a:gd name="connsiteY5" fmla="*/ 860597 h 1474897"/>
                <a:gd name="connsiteX6" fmla="*/ 2140019 w 2145558"/>
                <a:gd name="connsiteY6" fmla="*/ 963094 h 1474897"/>
                <a:gd name="connsiteX7" fmla="*/ 2145558 w 2145558"/>
                <a:gd name="connsiteY7" fmla="*/ 1072779 h 1474897"/>
                <a:gd name="connsiteX8" fmla="*/ 2140019 w 2145558"/>
                <a:gd name="connsiteY8" fmla="*/ 1182464 h 1474897"/>
                <a:gd name="connsiteX9" fmla="*/ 2126753 w 2145558"/>
                <a:gd name="connsiteY9" fmla="*/ 1269390 h 1474897"/>
                <a:gd name="connsiteX10" fmla="*/ 2123763 w 2145558"/>
                <a:gd name="connsiteY10" fmla="*/ 1288981 h 1474897"/>
                <a:gd name="connsiteX11" fmla="*/ 2097328 w 2145558"/>
                <a:gd name="connsiteY11" fmla="*/ 1391790 h 1474897"/>
                <a:gd name="connsiteX12" fmla="*/ 2066911 w 2145558"/>
                <a:gd name="connsiteY12" fmla="*/ 1474897 h 1474897"/>
                <a:gd name="connsiteX13" fmla="*/ 2061254 w 2145558"/>
                <a:gd name="connsiteY13" fmla="*/ 1459441 h 1474897"/>
                <a:gd name="connsiteX14" fmla="*/ 1962344 w 2145558"/>
                <a:gd name="connsiteY14" fmla="*/ 1277214 h 1474897"/>
                <a:gd name="connsiteX15" fmla="*/ 1918545 w 2145558"/>
                <a:gd name="connsiteY15" fmla="*/ 1218643 h 1474897"/>
                <a:gd name="connsiteX16" fmla="*/ 1900587 w 2145558"/>
                <a:gd name="connsiteY16" fmla="*/ 1194628 h 1474897"/>
                <a:gd name="connsiteX17" fmla="*/ 1831348 w 2145558"/>
                <a:gd name="connsiteY17" fmla="*/ 1118446 h 1474897"/>
                <a:gd name="connsiteX18" fmla="*/ 1769191 w 2145558"/>
                <a:gd name="connsiteY18" fmla="*/ 1061954 h 1474897"/>
                <a:gd name="connsiteX19" fmla="*/ 1755166 w 2145558"/>
                <a:gd name="connsiteY19" fmla="*/ 1049207 h 1474897"/>
                <a:gd name="connsiteX20" fmla="*/ 1490353 w 2145558"/>
                <a:gd name="connsiteY20" fmla="*/ 888540 h 1474897"/>
                <a:gd name="connsiteX21" fmla="*/ 1414006 w 2145558"/>
                <a:gd name="connsiteY21" fmla="*/ 860597 h 1474897"/>
                <a:gd name="connsiteX22" fmla="*/ 1391790 w 2145558"/>
                <a:gd name="connsiteY22" fmla="*/ 852466 h 1474897"/>
                <a:gd name="connsiteX23" fmla="*/ 1072779 w 2145558"/>
                <a:gd name="connsiteY23" fmla="*/ 804236 h 1474897"/>
                <a:gd name="connsiteX24" fmla="*/ 753768 w 2145558"/>
                <a:gd name="connsiteY24" fmla="*/ 852466 h 1474897"/>
                <a:gd name="connsiteX25" fmla="*/ 715117 w 2145558"/>
                <a:gd name="connsiteY25" fmla="*/ 866613 h 1474897"/>
                <a:gd name="connsiteX26" fmla="*/ 655205 w 2145558"/>
                <a:gd name="connsiteY26" fmla="*/ 888540 h 1474897"/>
                <a:gd name="connsiteX27" fmla="*/ 84304 w 2145558"/>
                <a:gd name="connsiteY27" fmla="*/ 1459441 h 1474897"/>
                <a:gd name="connsiteX28" fmla="*/ 78647 w 2145558"/>
                <a:gd name="connsiteY28" fmla="*/ 1474897 h 1474897"/>
                <a:gd name="connsiteX29" fmla="*/ 48230 w 2145558"/>
                <a:gd name="connsiteY29" fmla="*/ 1391790 h 1474897"/>
                <a:gd name="connsiteX30" fmla="*/ 0 w 2145558"/>
                <a:gd name="connsiteY30" fmla="*/ 1072779 h 1474897"/>
                <a:gd name="connsiteX31" fmla="*/ 856577 w 2145558"/>
                <a:gd name="connsiteY31" fmla="*/ 21795 h 1474897"/>
                <a:gd name="connsiteX32" fmla="*/ 924013 w 2145558"/>
                <a:gd name="connsiteY32" fmla="*/ 11503 h 1474897"/>
                <a:gd name="connsiteX33" fmla="*/ 963094 w 2145558"/>
                <a:gd name="connsiteY33" fmla="*/ 5539 h 1474897"/>
                <a:gd name="connsiteX34" fmla="*/ 1072779 w 2145558"/>
                <a:gd name="connsiteY34" fmla="*/ 0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45558" h="1474897">
                  <a:moveTo>
                    <a:pt x="1072779" y="0"/>
                  </a:moveTo>
                  <a:cubicBezTo>
                    <a:pt x="1331989" y="0"/>
                    <a:pt x="1569727" y="91932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976950" y="459811"/>
                    <a:pt x="2080892" y="647071"/>
                    <a:pt x="2123763" y="856577"/>
                  </a:cubicBezTo>
                  <a:lnTo>
                    <a:pt x="2124377" y="860597"/>
                  </a:lnTo>
                  <a:lnTo>
                    <a:pt x="2140019" y="963094"/>
                  </a:lnTo>
                  <a:cubicBezTo>
                    <a:pt x="2143682" y="999157"/>
                    <a:pt x="2145558" y="1035749"/>
                    <a:pt x="2145558" y="1072779"/>
                  </a:cubicBezTo>
                  <a:cubicBezTo>
                    <a:pt x="2145558" y="1109809"/>
                    <a:pt x="2143682" y="1146401"/>
                    <a:pt x="2140019" y="1182464"/>
                  </a:cubicBezTo>
                  <a:lnTo>
                    <a:pt x="2126753" y="1269390"/>
                  </a:lnTo>
                  <a:lnTo>
                    <a:pt x="2123763" y="1288981"/>
                  </a:lnTo>
                  <a:cubicBezTo>
                    <a:pt x="2116618" y="1323899"/>
                    <a:pt x="2107776" y="1358199"/>
                    <a:pt x="2097328" y="1391790"/>
                  </a:cubicBezTo>
                  <a:lnTo>
                    <a:pt x="2066911" y="1474897"/>
                  </a:lnTo>
                  <a:lnTo>
                    <a:pt x="2061254" y="1459441"/>
                  </a:lnTo>
                  <a:cubicBezTo>
                    <a:pt x="2034111" y="1395269"/>
                    <a:pt x="2000902" y="1334287"/>
                    <a:pt x="1962344" y="1277214"/>
                  </a:cubicBezTo>
                  <a:lnTo>
                    <a:pt x="1918545" y="1218643"/>
                  </a:lnTo>
                  <a:lnTo>
                    <a:pt x="1900587" y="1194628"/>
                  </a:lnTo>
                  <a:cubicBezTo>
                    <a:pt x="1878725" y="1168137"/>
                    <a:pt x="1855615" y="1142713"/>
                    <a:pt x="1831348" y="1118446"/>
                  </a:cubicBezTo>
                  <a:lnTo>
                    <a:pt x="1769191" y="1061954"/>
                  </a:lnTo>
                  <a:lnTo>
                    <a:pt x="1755166" y="1049207"/>
                  </a:lnTo>
                  <a:cubicBezTo>
                    <a:pt x="1675692" y="983619"/>
                    <a:pt x="1586612" y="929255"/>
                    <a:pt x="1490353" y="888540"/>
                  </a:cubicBezTo>
                  <a:lnTo>
                    <a:pt x="1414006" y="860597"/>
                  </a:lnTo>
                  <a:lnTo>
                    <a:pt x="1391790" y="852466"/>
                  </a:lnTo>
                  <a:cubicBezTo>
                    <a:pt x="1291015" y="821122"/>
                    <a:pt x="1183869" y="804236"/>
                    <a:pt x="1072779" y="804236"/>
                  </a:cubicBezTo>
                  <a:cubicBezTo>
                    <a:pt x="961689" y="804236"/>
                    <a:pt x="854543" y="821122"/>
                    <a:pt x="753768" y="852466"/>
                  </a:cubicBezTo>
                  <a:lnTo>
                    <a:pt x="715117" y="866613"/>
                  </a:lnTo>
                  <a:lnTo>
                    <a:pt x="655205" y="888540"/>
                  </a:lnTo>
                  <a:cubicBezTo>
                    <a:pt x="398514" y="997112"/>
                    <a:pt x="192876" y="1202750"/>
                    <a:pt x="84304" y="1459441"/>
                  </a:cubicBezTo>
                  <a:lnTo>
                    <a:pt x="78647" y="1474897"/>
                  </a:lnTo>
                  <a:lnTo>
                    <a:pt x="48230" y="1391790"/>
                  </a:lnTo>
                  <a:cubicBezTo>
                    <a:pt x="16886" y="1291015"/>
                    <a:pt x="0" y="1183869"/>
                    <a:pt x="0" y="1072779"/>
                  </a:cubicBezTo>
                  <a:cubicBezTo>
                    <a:pt x="0" y="554360"/>
                    <a:pt x="367730" y="121828"/>
                    <a:pt x="856577" y="21795"/>
                  </a:cubicBezTo>
                  <a:lnTo>
                    <a:pt x="924013" y="11503"/>
                  </a:lnTo>
                  <a:lnTo>
                    <a:pt x="963094" y="5539"/>
                  </a:lnTo>
                  <a:cubicBezTo>
                    <a:pt x="999158" y="1876"/>
                    <a:pt x="1035749" y="0"/>
                    <a:pt x="1072779" y="0"/>
                  </a:cubicBezTo>
                  <a:close/>
                </a:path>
              </a:pathLst>
            </a:custGeom>
            <a:solidFill>
              <a:srgbClr val="F6C1B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0" name="Graphic 109" descr="Graduation cap with solid fill">
              <a:extLst>
                <a:ext uri="{FF2B5EF4-FFF2-40B4-BE49-F238E27FC236}">
                  <a16:creationId xmlns:a16="http://schemas.microsoft.com/office/drawing/2014/main" id="{84417248-E28F-4045-159A-FEED618DF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87998" y="25396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2EBAC68-D4F8-B5EF-A01F-A5DC4EA9B50A}"/>
              </a:ext>
            </a:extLst>
          </p:cNvPr>
          <p:cNvGrpSpPr/>
          <p:nvPr/>
        </p:nvGrpSpPr>
        <p:grpSpPr>
          <a:xfrm>
            <a:off x="5132981" y="-3702912"/>
            <a:ext cx="1917957" cy="2146997"/>
            <a:chOff x="5250822" y="1539043"/>
            <a:chExt cx="1917957" cy="2146997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9BE5EEB-1A4E-3C08-7893-C895FA30C8FB}"/>
                </a:ext>
              </a:extLst>
            </p:cNvPr>
            <p:cNvSpPr/>
            <p:nvPr/>
          </p:nvSpPr>
          <p:spPr>
            <a:xfrm>
              <a:off x="5250822" y="1551985"/>
              <a:ext cx="1917957" cy="2134055"/>
            </a:xfrm>
            <a:custGeom>
              <a:avLst/>
              <a:gdLst>
                <a:gd name="connsiteX0" fmla="*/ 845178 w 1917957"/>
                <a:gd name="connsiteY0" fmla="*/ 0 h 2134055"/>
                <a:gd name="connsiteX1" fmla="*/ 1672986 w 1917957"/>
                <a:gd name="connsiteY1" fmla="*/ 390392 h 2134055"/>
                <a:gd name="connsiteX2" fmla="*/ 1690357 w 1917957"/>
                <a:gd name="connsiteY2" fmla="*/ 413621 h 2134055"/>
                <a:gd name="connsiteX3" fmla="*/ 1734743 w 1917957"/>
                <a:gd name="connsiteY3" fmla="*/ 472978 h 2134055"/>
                <a:gd name="connsiteX4" fmla="*/ 1917957 w 1917957"/>
                <a:gd name="connsiteY4" fmla="*/ 1072779 h 2134055"/>
                <a:gd name="connsiteX5" fmla="*/ 1912418 w 1917957"/>
                <a:gd name="connsiteY5" fmla="*/ 1182464 h 2134055"/>
                <a:gd name="connsiteX6" fmla="*/ 1899253 w 1917957"/>
                <a:gd name="connsiteY6" fmla="*/ 1268731 h 2134055"/>
                <a:gd name="connsiteX7" fmla="*/ 1896162 w 1917957"/>
                <a:gd name="connsiteY7" fmla="*/ 1288981 h 2134055"/>
                <a:gd name="connsiteX8" fmla="*/ 1603747 w 1917957"/>
                <a:gd name="connsiteY8" fmla="*/ 1831348 h 2134055"/>
                <a:gd name="connsiteX9" fmla="*/ 1553118 w 1917957"/>
                <a:gd name="connsiteY9" fmla="*/ 1877363 h 2134055"/>
                <a:gd name="connsiteX10" fmla="*/ 1527565 w 1917957"/>
                <a:gd name="connsiteY10" fmla="*/ 1900587 h 2134055"/>
                <a:gd name="connsiteX11" fmla="*/ 1262752 w 1917957"/>
                <a:gd name="connsiteY11" fmla="*/ 2061254 h 2134055"/>
                <a:gd name="connsiteX12" fmla="*/ 1202841 w 1917957"/>
                <a:gd name="connsiteY12" fmla="*/ 2083182 h 2134055"/>
                <a:gd name="connsiteX13" fmla="*/ 1164189 w 1917957"/>
                <a:gd name="connsiteY13" fmla="*/ 2097328 h 2134055"/>
                <a:gd name="connsiteX14" fmla="*/ 1061380 w 1917957"/>
                <a:gd name="connsiteY14" fmla="*/ 2123763 h 2134055"/>
                <a:gd name="connsiteX15" fmla="*/ 993945 w 1917957"/>
                <a:gd name="connsiteY15" fmla="*/ 2134055 h 2134055"/>
                <a:gd name="connsiteX16" fmla="*/ 1038331 w 1917957"/>
                <a:gd name="connsiteY16" fmla="*/ 2074698 h 2134055"/>
                <a:gd name="connsiteX17" fmla="*/ 1137241 w 1917957"/>
                <a:gd name="connsiteY17" fmla="*/ 1892471 h 2134055"/>
                <a:gd name="connsiteX18" fmla="*/ 1142898 w 1917957"/>
                <a:gd name="connsiteY18" fmla="*/ 1877015 h 2134055"/>
                <a:gd name="connsiteX19" fmla="*/ 1173315 w 1917957"/>
                <a:gd name="connsiteY19" fmla="*/ 1793908 h 2134055"/>
                <a:gd name="connsiteX20" fmla="*/ 1199750 w 1917957"/>
                <a:gd name="connsiteY20" fmla="*/ 1691099 h 2134055"/>
                <a:gd name="connsiteX21" fmla="*/ 1202740 w 1917957"/>
                <a:gd name="connsiteY21" fmla="*/ 1671508 h 2134055"/>
                <a:gd name="connsiteX22" fmla="*/ 1216006 w 1917957"/>
                <a:gd name="connsiteY22" fmla="*/ 1584582 h 2134055"/>
                <a:gd name="connsiteX23" fmla="*/ 1221545 w 1917957"/>
                <a:gd name="connsiteY23" fmla="*/ 1474897 h 2134055"/>
                <a:gd name="connsiteX24" fmla="*/ 1216006 w 1917957"/>
                <a:gd name="connsiteY24" fmla="*/ 1365212 h 2134055"/>
                <a:gd name="connsiteX25" fmla="*/ 1200364 w 1917957"/>
                <a:gd name="connsiteY25" fmla="*/ 1262715 h 2134055"/>
                <a:gd name="connsiteX26" fmla="*/ 1199750 w 1917957"/>
                <a:gd name="connsiteY26" fmla="*/ 1258695 h 2134055"/>
                <a:gd name="connsiteX27" fmla="*/ 907335 w 1917957"/>
                <a:gd name="connsiteY27" fmla="*/ 716328 h 2134055"/>
                <a:gd name="connsiteX28" fmla="*/ 845178 w 1917957"/>
                <a:gd name="connsiteY28" fmla="*/ 659836 h 2134055"/>
                <a:gd name="connsiteX29" fmla="*/ 831153 w 1917957"/>
                <a:gd name="connsiteY29" fmla="*/ 647089 h 2134055"/>
                <a:gd name="connsiteX30" fmla="*/ 148766 w 1917957"/>
                <a:gd name="connsiteY30" fmla="*/ 402118 h 2134055"/>
                <a:gd name="connsiteX31" fmla="*/ 39081 w 1917957"/>
                <a:gd name="connsiteY31" fmla="*/ 407657 h 2134055"/>
                <a:gd name="connsiteX32" fmla="*/ 0 w 1917957"/>
                <a:gd name="connsiteY32" fmla="*/ 413621 h 2134055"/>
                <a:gd name="connsiteX33" fmla="*/ 17370 w 1917957"/>
                <a:gd name="connsiteY33" fmla="*/ 390392 h 2134055"/>
                <a:gd name="connsiteX34" fmla="*/ 845178 w 1917957"/>
                <a:gd name="connsiteY34" fmla="*/ 0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7957" h="2134055">
                  <a:moveTo>
                    <a:pt x="845178" y="0"/>
                  </a:moveTo>
                  <a:cubicBezTo>
                    <a:pt x="1178448" y="0"/>
                    <a:pt x="1476223" y="151970"/>
                    <a:pt x="1672986" y="390392"/>
                  </a:cubicBezTo>
                  <a:lnTo>
                    <a:pt x="1690357" y="413621"/>
                  </a:lnTo>
                  <a:lnTo>
                    <a:pt x="1734743" y="472978"/>
                  </a:lnTo>
                  <a:cubicBezTo>
                    <a:pt x="1850415" y="644195"/>
                    <a:pt x="1917957" y="850600"/>
                    <a:pt x="1917957" y="1072779"/>
                  </a:cubicBezTo>
                  <a:cubicBezTo>
                    <a:pt x="1917957" y="1109809"/>
                    <a:pt x="1916081" y="1146401"/>
                    <a:pt x="1912418" y="1182464"/>
                  </a:cubicBezTo>
                  <a:lnTo>
                    <a:pt x="1899253" y="1268731"/>
                  </a:lnTo>
                  <a:lnTo>
                    <a:pt x="1896162" y="1288981"/>
                  </a:lnTo>
                  <a:cubicBezTo>
                    <a:pt x="1853291" y="1498487"/>
                    <a:pt x="1749349" y="1685747"/>
                    <a:pt x="1603747" y="1831348"/>
                  </a:cubicBezTo>
                  <a:lnTo>
                    <a:pt x="1553118" y="1877363"/>
                  </a:lnTo>
                  <a:lnTo>
                    <a:pt x="1527565" y="1900587"/>
                  </a:lnTo>
                  <a:cubicBezTo>
                    <a:pt x="1448091" y="1966175"/>
                    <a:pt x="1359011" y="2020540"/>
                    <a:pt x="1262752" y="2061254"/>
                  </a:cubicBezTo>
                  <a:lnTo>
                    <a:pt x="1202841" y="2083182"/>
                  </a:lnTo>
                  <a:lnTo>
                    <a:pt x="1164189" y="2097328"/>
                  </a:lnTo>
                  <a:cubicBezTo>
                    <a:pt x="1130598" y="2107776"/>
                    <a:pt x="1096298" y="2116618"/>
                    <a:pt x="1061380" y="2123763"/>
                  </a:cubicBezTo>
                  <a:lnTo>
                    <a:pt x="993945" y="2134055"/>
                  </a:lnTo>
                  <a:lnTo>
                    <a:pt x="1038331" y="2074698"/>
                  </a:lnTo>
                  <a:cubicBezTo>
                    <a:pt x="1076889" y="2017626"/>
                    <a:pt x="1110098" y="1956644"/>
                    <a:pt x="1137241" y="1892471"/>
                  </a:cubicBezTo>
                  <a:lnTo>
                    <a:pt x="1142898" y="1877015"/>
                  </a:lnTo>
                  <a:lnTo>
                    <a:pt x="1173315" y="1793908"/>
                  </a:lnTo>
                  <a:cubicBezTo>
                    <a:pt x="1183763" y="1760317"/>
                    <a:pt x="1192605" y="1726017"/>
                    <a:pt x="1199750" y="1691099"/>
                  </a:cubicBezTo>
                  <a:lnTo>
                    <a:pt x="1202740" y="1671508"/>
                  </a:lnTo>
                  <a:lnTo>
                    <a:pt x="1216006" y="1584582"/>
                  </a:lnTo>
                  <a:cubicBezTo>
                    <a:pt x="1219669" y="1548519"/>
                    <a:pt x="1221545" y="1511927"/>
                    <a:pt x="1221545" y="1474897"/>
                  </a:cubicBezTo>
                  <a:cubicBezTo>
                    <a:pt x="1221545" y="1437867"/>
                    <a:pt x="1219669" y="1401275"/>
                    <a:pt x="1216006" y="1365212"/>
                  </a:cubicBezTo>
                  <a:lnTo>
                    <a:pt x="1200364" y="1262715"/>
                  </a:lnTo>
                  <a:lnTo>
                    <a:pt x="1199750" y="1258695"/>
                  </a:lnTo>
                  <a:cubicBezTo>
                    <a:pt x="1156879" y="1049189"/>
                    <a:pt x="1052937" y="861929"/>
                    <a:pt x="907335" y="716328"/>
                  </a:cubicBezTo>
                  <a:lnTo>
                    <a:pt x="845178" y="659836"/>
                  </a:lnTo>
                  <a:lnTo>
                    <a:pt x="831153" y="647089"/>
                  </a:lnTo>
                  <a:cubicBezTo>
                    <a:pt x="645714" y="494050"/>
                    <a:pt x="407976" y="402118"/>
                    <a:pt x="148766" y="402118"/>
                  </a:cubicBezTo>
                  <a:cubicBezTo>
                    <a:pt x="111736" y="402118"/>
                    <a:pt x="75145" y="403994"/>
                    <a:pt x="39081" y="407657"/>
                  </a:cubicBezTo>
                  <a:lnTo>
                    <a:pt x="0" y="413621"/>
                  </a:lnTo>
                  <a:lnTo>
                    <a:pt x="17370" y="390392"/>
                  </a:lnTo>
                  <a:cubicBezTo>
                    <a:pt x="214134" y="151970"/>
                    <a:pt x="511909" y="0"/>
                    <a:pt x="845178" y="0"/>
                  </a:cubicBezTo>
                  <a:close/>
                </a:path>
              </a:pathLst>
            </a:custGeom>
            <a:solidFill>
              <a:srgbClr val="983313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1" name="Graphic 110" descr="Graduation cap with solid fill">
              <a:extLst>
                <a:ext uri="{FF2B5EF4-FFF2-40B4-BE49-F238E27FC236}">
                  <a16:creationId xmlns:a16="http://schemas.microsoft.com/office/drawing/2014/main" id="{CD21D122-0420-E3F3-6677-E11A1DD5C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59834" y="1539043"/>
              <a:ext cx="547200" cy="547200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81755FA-8FFB-7D3D-BFED-EA9B6959B47C}"/>
              </a:ext>
            </a:extLst>
          </p:cNvPr>
          <p:cNvGrpSpPr/>
          <p:nvPr/>
        </p:nvGrpSpPr>
        <p:grpSpPr>
          <a:xfrm>
            <a:off x="-2242816" y="8026230"/>
            <a:ext cx="1918545" cy="2133965"/>
            <a:chOff x="4326809" y="2758339"/>
            <a:chExt cx="1918545" cy="2133965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3A9EFF6-2388-F7E1-3AF9-814C4C2E91BB}"/>
                </a:ext>
              </a:extLst>
            </p:cNvPr>
            <p:cNvSpPr/>
            <p:nvPr/>
          </p:nvSpPr>
          <p:spPr>
            <a:xfrm>
              <a:off x="4326809" y="2758339"/>
              <a:ext cx="1918545" cy="2133965"/>
            </a:xfrm>
            <a:custGeom>
              <a:avLst/>
              <a:gdLst>
                <a:gd name="connsiteX0" fmla="*/ 1072779 w 1918545"/>
                <a:gd name="connsiteY0" fmla="*/ 0 h 2133965"/>
                <a:gd name="connsiteX1" fmla="*/ 1391790 w 1918545"/>
                <a:gd name="connsiteY1" fmla="*/ 48230 h 2133965"/>
                <a:gd name="connsiteX2" fmla="*/ 1414006 w 1918545"/>
                <a:gd name="connsiteY2" fmla="*/ 56361 h 2133965"/>
                <a:gd name="connsiteX3" fmla="*/ 1490353 w 1918545"/>
                <a:gd name="connsiteY3" fmla="*/ 84304 h 2133965"/>
                <a:gd name="connsiteX4" fmla="*/ 1755166 w 1918545"/>
                <a:gd name="connsiteY4" fmla="*/ 244971 h 2133965"/>
                <a:gd name="connsiteX5" fmla="*/ 1769191 w 1918545"/>
                <a:gd name="connsiteY5" fmla="*/ 257718 h 2133965"/>
                <a:gd name="connsiteX6" fmla="*/ 1831348 w 1918545"/>
                <a:gd name="connsiteY6" fmla="*/ 314210 h 2133965"/>
                <a:gd name="connsiteX7" fmla="*/ 1900587 w 1918545"/>
                <a:gd name="connsiteY7" fmla="*/ 390392 h 2133965"/>
                <a:gd name="connsiteX8" fmla="*/ 1918545 w 1918545"/>
                <a:gd name="connsiteY8" fmla="*/ 414407 h 2133965"/>
                <a:gd name="connsiteX9" fmla="*/ 1878876 w 1918545"/>
                <a:gd name="connsiteY9" fmla="*/ 408353 h 2133965"/>
                <a:gd name="connsiteX10" fmla="*/ 1769191 w 1918545"/>
                <a:gd name="connsiteY10" fmla="*/ 402814 h 2133965"/>
                <a:gd name="connsiteX11" fmla="*/ 1659506 w 1918545"/>
                <a:gd name="connsiteY11" fmla="*/ 408353 h 2133965"/>
                <a:gd name="connsiteX12" fmla="*/ 1619837 w 1918545"/>
                <a:gd name="connsiteY12" fmla="*/ 414407 h 2133965"/>
                <a:gd name="connsiteX13" fmla="*/ 1552989 w 1918545"/>
                <a:gd name="connsiteY13" fmla="*/ 424609 h 2133965"/>
                <a:gd name="connsiteX14" fmla="*/ 1450180 w 1918545"/>
                <a:gd name="connsiteY14" fmla="*/ 451044 h 2133965"/>
                <a:gd name="connsiteX15" fmla="*/ 1411629 w 1918545"/>
                <a:gd name="connsiteY15" fmla="*/ 465154 h 2133965"/>
                <a:gd name="connsiteX16" fmla="*/ 1351617 w 1918545"/>
                <a:gd name="connsiteY16" fmla="*/ 487118 h 2133965"/>
                <a:gd name="connsiteX17" fmla="*/ 1086804 w 1918545"/>
                <a:gd name="connsiteY17" fmla="*/ 647785 h 2133965"/>
                <a:gd name="connsiteX18" fmla="*/ 1061251 w 1918545"/>
                <a:gd name="connsiteY18" fmla="*/ 671009 h 2133965"/>
                <a:gd name="connsiteX19" fmla="*/ 1010622 w 1918545"/>
                <a:gd name="connsiteY19" fmla="*/ 717024 h 2133965"/>
                <a:gd name="connsiteX20" fmla="*/ 718207 w 1918545"/>
                <a:gd name="connsiteY20" fmla="*/ 1259391 h 2133965"/>
                <a:gd name="connsiteX21" fmla="*/ 715217 w 1918545"/>
                <a:gd name="connsiteY21" fmla="*/ 1278983 h 2133965"/>
                <a:gd name="connsiteX22" fmla="*/ 701951 w 1918545"/>
                <a:gd name="connsiteY22" fmla="*/ 1365908 h 2133965"/>
                <a:gd name="connsiteX23" fmla="*/ 696412 w 1918545"/>
                <a:gd name="connsiteY23" fmla="*/ 1475593 h 2133965"/>
                <a:gd name="connsiteX24" fmla="*/ 879626 w 1918545"/>
                <a:gd name="connsiteY24" fmla="*/ 2075394 h 2133965"/>
                <a:gd name="connsiteX25" fmla="*/ 923425 w 1918545"/>
                <a:gd name="connsiteY25" fmla="*/ 2133965 h 2133965"/>
                <a:gd name="connsiteX26" fmla="*/ 856577 w 1918545"/>
                <a:gd name="connsiteY26" fmla="*/ 2123763 h 2133965"/>
                <a:gd name="connsiteX27" fmla="*/ 0 w 1918545"/>
                <a:gd name="connsiteY27" fmla="*/ 1072779 h 2133965"/>
                <a:gd name="connsiteX28" fmla="*/ 48230 w 1918545"/>
                <a:gd name="connsiteY28" fmla="*/ 753768 h 2133965"/>
                <a:gd name="connsiteX29" fmla="*/ 78647 w 1918545"/>
                <a:gd name="connsiteY29" fmla="*/ 670661 h 2133965"/>
                <a:gd name="connsiteX30" fmla="*/ 84304 w 1918545"/>
                <a:gd name="connsiteY30" fmla="*/ 655205 h 2133965"/>
                <a:gd name="connsiteX31" fmla="*/ 655205 w 1918545"/>
                <a:gd name="connsiteY31" fmla="*/ 84304 h 2133965"/>
                <a:gd name="connsiteX32" fmla="*/ 715117 w 1918545"/>
                <a:gd name="connsiteY32" fmla="*/ 62377 h 2133965"/>
                <a:gd name="connsiteX33" fmla="*/ 753768 w 1918545"/>
                <a:gd name="connsiteY33" fmla="*/ 48230 h 2133965"/>
                <a:gd name="connsiteX34" fmla="*/ 1072779 w 1918545"/>
                <a:gd name="connsiteY34" fmla="*/ 0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8545" h="2133965">
                  <a:moveTo>
                    <a:pt x="1072779" y="0"/>
                  </a:moveTo>
                  <a:cubicBezTo>
                    <a:pt x="1183869" y="0"/>
                    <a:pt x="1291015" y="16886"/>
                    <a:pt x="1391790" y="48230"/>
                  </a:cubicBezTo>
                  <a:lnTo>
                    <a:pt x="1414006" y="56361"/>
                  </a:lnTo>
                  <a:lnTo>
                    <a:pt x="1490353" y="84304"/>
                  </a:lnTo>
                  <a:cubicBezTo>
                    <a:pt x="1586612" y="125019"/>
                    <a:pt x="1675692" y="179383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855615" y="338477"/>
                    <a:pt x="1878725" y="363901"/>
                    <a:pt x="1900587" y="390392"/>
                  </a:cubicBezTo>
                  <a:lnTo>
                    <a:pt x="1918545" y="414407"/>
                  </a:lnTo>
                  <a:lnTo>
                    <a:pt x="1878876" y="408353"/>
                  </a:lnTo>
                  <a:cubicBezTo>
                    <a:pt x="1842813" y="404690"/>
                    <a:pt x="1806221" y="402814"/>
                    <a:pt x="1769191" y="402814"/>
                  </a:cubicBezTo>
                  <a:cubicBezTo>
                    <a:pt x="1732161" y="402814"/>
                    <a:pt x="1695570" y="404690"/>
                    <a:pt x="1659506" y="408353"/>
                  </a:cubicBezTo>
                  <a:lnTo>
                    <a:pt x="1619837" y="414407"/>
                  </a:lnTo>
                  <a:lnTo>
                    <a:pt x="1552989" y="424609"/>
                  </a:lnTo>
                  <a:cubicBezTo>
                    <a:pt x="1518071" y="431754"/>
                    <a:pt x="1483772" y="440596"/>
                    <a:pt x="1450180" y="451044"/>
                  </a:cubicBezTo>
                  <a:lnTo>
                    <a:pt x="1411629" y="465154"/>
                  </a:lnTo>
                  <a:lnTo>
                    <a:pt x="1351617" y="487118"/>
                  </a:lnTo>
                  <a:cubicBezTo>
                    <a:pt x="1255358" y="527833"/>
                    <a:pt x="1166278" y="582197"/>
                    <a:pt x="1086804" y="647785"/>
                  </a:cubicBezTo>
                  <a:lnTo>
                    <a:pt x="1061251" y="671009"/>
                  </a:lnTo>
                  <a:lnTo>
                    <a:pt x="1010622" y="717024"/>
                  </a:lnTo>
                  <a:cubicBezTo>
                    <a:pt x="865021" y="862625"/>
                    <a:pt x="761078" y="1049885"/>
                    <a:pt x="718207" y="1259391"/>
                  </a:cubicBezTo>
                  <a:lnTo>
                    <a:pt x="715217" y="1278983"/>
                  </a:lnTo>
                  <a:lnTo>
                    <a:pt x="701951" y="1365908"/>
                  </a:lnTo>
                  <a:cubicBezTo>
                    <a:pt x="698288" y="1401971"/>
                    <a:pt x="696412" y="1438563"/>
                    <a:pt x="696412" y="1475593"/>
                  </a:cubicBezTo>
                  <a:cubicBezTo>
                    <a:pt x="696412" y="1697773"/>
                    <a:pt x="763954" y="1904177"/>
                    <a:pt x="879626" y="2075394"/>
                  </a:cubicBezTo>
                  <a:lnTo>
                    <a:pt x="923425" y="2133965"/>
                  </a:lnTo>
                  <a:lnTo>
                    <a:pt x="856577" y="2123763"/>
                  </a:lnTo>
                  <a:cubicBezTo>
                    <a:pt x="367730" y="2023730"/>
                    <a:pt x="0" y="1591198"/>
                    <a:pt x="0" y="1072779"/>
                  </a:cubicBezTo>
                  <a:cubicBezTo>
                    <a:pt x="0" y="961689"/>
                    <a:pt x="16886" y="854543"/>
                    <a:pt x="48230" y="753768"/>
                  </a:cubicBezTo>
                  <a:lnTo>
                    <a:pt x="78647" y="670661"/>
                  </a:lnTo>
                  <a:lnTo>
                    <a:pt x="84304" y="655205"/>
                  </a:lnTo>
                  <a:cubicBezTo>
                    <a:pt x="192876" y="398514"/>
                    <a:pt x="398514" y="192876"/>
                    <a:pt x="655205" y="84304"/>
                  </a:cubicBezTo>
                  <a:lnTo>
                    <a:pt x="715117" y="62377"/>
                  </a:lnTo>
                  <a:lnTo>
                    <a:pt x="753768" y="48230"/>
                  </a:lnTo>
                  <a:cubicBezTo>
                    <a:pt x="854543" y="16886"/>
                    <a:pt x="961689" y="0"/>
                    <a:pt x="1072779" y="0"/>
                  </a:cubicBezTo>
                  <a:close/>
                </a:path>
              </a:pathLst>
            </a:custGeom>
            <a:solidFill>
              <a:srgbClr val="F29A96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9" name="Graphic 118" descr="Graduation cap with solid fill">
              <a:extLst>
                <a:ext uri="{FF2B5EF4-FFF2-40B4-BE49-F238E27FC236}">
                  <a16:creationId xmlns:a16="http://schemas.microsoft.com/office/drawing/2014/main" id="{F2D085E7-62CC-4200-FD13-6989E1151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476021" y="4123505"/>
              <a:ext cx="547200" cy="547200"/>
            </a:xfrm>
            <a:prstGeom prst="rect">
              <a:avLst/>
            </a:prstGeom>
          </p:spPr>
        </p:pic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7969620-C3A1-E629-EAC5-6B9844BD541B}"/>
              </a:ext>
            </a:extLst>
          </p:cNvPr>
          <p:cNvGrpSpPr/>
          <p:nvPr/>
        </p:nvGrpSpPr>
        <p:grpSpPr>
          <a:xfrm>
            <a:off x="5441993" y="8981322"/>
            <a:ext cx="1918545" cy="2133965"/>
            <a:chOff x="5023221" y="3172746"/>
            <a:chExt cx="1918545" cy="2133965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32E5742-8117-8C20-04B5-2B51ABEF91E6}"/>
                </a:ext>
              </a:extLst>
            </p:cNvPr>
            <p:cNvSpPr/>
            <p:nvPr/>
          </p:nvSpPr>
          <p:spPr>
            <a:xfrm>
              <a:off x="5023221" y="3172746"/>
              <a:ext cx="1918545" cy="2133965"/>
            </a:xfrm>
            <a:custGeom>
              <a:avLst/>
              <a:gdLst>
                <a:gd name="connsiteX0" fmla="*/ 923425 w 1918545"/>
                <a:gd name="connsiteY0" fmla="*/ 0 h 2133965"/>
                <a:gd name="connsiteX1" fmla="*/ 879626 w 1918545"/>
                <a:gd name="connsiteY1" fmla="*/ 58571 h 2133965"/>
                <a:gd name="connsiteX2" fmla="*/ 780716 w 1918545"/>
                <a:gd name="connsiteY2" fmla="*/ 240798 h 2133965"/>
                <a:gd name="connsiteX3" fmla="*/ 775059 w 1918545"/>
                <a:gd name="connsiteY3" fmla="*/ 256254 h 2133965"/>
                <a:gd name="connsiteX4" fmla="*/ 744642 w 1918545"/>
                <a:gd name="connsiteY4" fmla="*/ 339361 h 2133965"/>
                <a:gd name="connsiteX5" fmla="*/ 718207 w 1918545"/>
                <a:gd name="connsiteY5" fmla="*/ 442170 h 2133965"/>
                <a:gd name="connsiteX6" fmla="*/ 715117 w 1918545"/>
                <a:gd name="connsiteY6" fmla="*/ 462421 h 2133965"/>
                <a:gd name="connsiteX7" fmla="*/ 701951 w 1918545"/>
                <a:gd name="connsiteY7" fmla="*/ 548687 h 2133965"/>
                <a:gd name="connsiteX8" fmla="*/ 696412 w 1918545"/>
                <a:gd name="connsiteY8" fmla="*/ 658372 h 2133965"/>
                <a:gd name="connsiteX9" fmla="*/ 701951 w 1918545"/>
                <a:gd name="connsiteY9" fmla="*/ 768057 h 2133965"/>
                <a:gd name="connsiteX10" fmla="*/ 717594 w 1918545"/>
                <a:gd name="connsiteY10" fmla="*/ 870554 h 2133965"/>
                <a:gd name="connsiteX11" fmla="*/ 718207 w 1918545"/>
                <a:gd name="connsiteY11" fmla="*/ 874574 h 2133965"/>
                <a:gd name="connsiteX12" fmla="*/ 1010622 w 1918545"/>
                <a:gd name="connsiteY12" fmla="*/ 1416941 h 2133965"/>
                <a:gd name="connsiteX13" fmla="*/ 1072779 w 1918545"/>
                <a:gd name="connsiteY13" fmla="*/ 1473433 h 2133965"/>
                <a:gd name="connsiteX14" fmla="*/ 1086804 w 1918545"/>
                <a:gd name="connsiteY14" fmla="*/ 1486180 h 2133965"/>
                <a:gd name="connsiteX15" fmla="*/ 1769191 w 1918545"/>
                <a:gd name="connsiteY15" fmla="*/ 1731151 h 2133965"/>
                <a:gd name="connsiteX16" fmla="*/ 1878876 w 1918545"/>
                <a:gd name="connsiteY16" fmla="*/ 1725612 h 2133965"/>
                <a:gd name="connsiteX17" fmla="*/ 1918545 w 1918545"/>
                <a:gd name="connsiteY17" fmla="*/ 1719558 h 2133965"/>
                <a:gd name="connsiteX18" fmla="*/ 1900587 w 1918545"/>
                <a:gd name="connsiteY18" fmla="*/ 1743573 h 2133965"/>
                <a:gd name="connsiteX19" fmla="*/ 1072779 w 1918545"/>
                <a:gd name="connsiteY19" fmla="*/ 2133965 h 2133965"/>
                <a:gd name="connsiteX20" fmla="*/ 244971 w 1918545"/>
                <a:gd name="connsiteY20" fmla="*/ 1743573 h 2133965"/>
                <a:gd name="connsiteX21" fmla="*/ 227013 w 1918545"/>
                <a:gd name="connsiteY21" fmla="*/ 1719558 h 2133965"/>
                <a:gd name="connsiteX22" fmla="*/ 183214 w 1918545"/>
                <a:gd name="connsiteY22" fmla="*/ 1660987 h 2133965"/>
                <a:gd name="connsiteX23" fmla="*/ 0 w 1918545"/>
                <a:gd name="connsiteY23" fmla="*/ 1061186 h 2133965"/>
                <a:gd name="connsiteX24" fmla="*/ 5539 w 1918545"/>
                <a:gd name="connsiteY24" fmla="*/ 951501 h 2133965"/>
                <a:gd name="connsiteX25" fmla="*/ 18805 w 1918545"/>
                <a:gd name="connsiteY25" fmla="*/ 864576 h 2133965"/>
                <a:gd name="connsiteX26" fmla="*/ 21795 w 1918545"/>
                <a:gd name="connsiteY26" fmla="*/ 844984 h 2133965"/>
                <a:gd name="connsiteX27" fmla="*/ 314210 w 1918545"/>
                <a:gd name="connsiteY27" fmla="*/ 302617 h 2133965"/>
                <a:gd name="connsiteX28" fmla="*/ 364839 w 1918545"/>
                <a:gd name="connsiteY28" fmla="*/ 256602 h 2133965"/>
                <a:gd name="connsiteX29" fmla="*/ 390392 w 1918545"/>
                <a:gd name="connsiteY29" fmla="*/ 233378 h 2133965"/>
                <a:gd name="connsiteX30" fmla="*/ 655205 w 1918545"/>
                <a:gd name="connsiteY30" fmla="*/ 72711 h 2133965"/>
                <a:gd name="connsiteX31" fmla="*/ 715217 w 1918545"/>
                <a:gd name="connsiteY31" fmla="*/ 50747 h 2133965"/>
                <a:gd name="connsiteX32" fmla="*/ 753768 w 1918545"/>
                <a:gd name="connsiteY32" fmla="*/ 36637 h 2133965"/>
                <a:gd name="connsiteX33" fmla="*/ 856577 w 1918545"/>
                <a:gd name="connsiteY33" fmla="*/ 10202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8545" h="2133965">
                  <a:moveTo>
                    <a:pt x="923425" y="0"/>
                  </a:moveTo>
                  <a:lnTo>
                    <a:pt x="879626" y="58571"/>
                  </a:lnTo>
                  <a:cubicBezTo>
                    <a:pt x="841069" y="115644"/>
                    <a:pt x="807859" y="176626"/>
                    <a:pt x="780716" y="240798"/>
                  </a:cubicBezTo>
                  <a:lnTo>
                    <a:pt x="775059" y="256254"/>
                  </a:lnTo>
                  <a:lnTo>
                    <a:pt x="744642" y="339361"/>
                  </a:lnTo>
                  <a:cubicBezTo>
                    <a:pt x="734194" y="372953"/>
                    <a:pt x="725353" y="407252"/>
                    <a:pt x="718207" y="442170"/>
                  </a:cubicBezTo>
                  <a:lnTo>
                    <a:pt x="715117" y="462421"/>
                  </a:lnTo>
                  <a:lnTo>
                    <a:pt x="701951" y="548687"/>
                  </a:lnTo>
                  <a:cubicBezTo>
                    <a:pt x="698288" y="584750"/>
                    <a:pt x="696412" y="621342"/>
                    <a:pt x="696412" y="658372"/>
                  </a:cubicBezTo>
                  <a:cubicBezTo>
                    <a:pt x="696412" y="695402"/>
                    <a:pt x="698288" y="731994"/>
                    <a:pt x="701951" y="768057"/>
                  </a:cubicBezTo>
                  <a:lnTo>
                    <a:pt x="717594" y="870554"/>
                  </a:lnTo>
                  <a:lnTo>
                    <a:pt x="718207" y="874574"/>
                  </a:lnTo>
                  <a:cubicBezTo>
                    <a:pt x="761078" y="1084080"/>
                    <a:pt x="865021" y="1271340"/>
                    <a:pt x="1010622" y="1416941"/>
                  </a:cubicBezTo>
                  <a:lnTo>
                    <a:pt x="1072779" y="1473433"/>
                  </a:lnTo>
                  <a:lnTo>
                    <a:pt x="1086804" y="1486180"/>
                  </a:lnTo>
                  <a:cubicBezTo>
                    <a:pt x="1272244" y="1639219"/>
                    <a:pt x="1509982" y="1731151"/>
                    <a:pt x="1769191" y="1731151"/>
                  </a:cubicBezTo>
                  <a:cubicBezTo>
                    <a:pt x="1806221" y="1731151"/>
                    <a:pt x="1842813" y="1729275"/>
                    <a:pt x="1878876" y="1725612"/>
                  </a:cubicBezTo>
                  <a:lnTo>
                    <a:pt x="1918545" y="1719558"/>
                  </a:lnTo>
                  <a:lnTo>
                    <a:pt x="1900587" y="1743573"/>
                  </a:lnTo>
                  <a:cubicBezTo>
                    <a:pt x="1703824" y="1981995"/>
                    <a:pt x="1406049" y="2133965"/>
                    <a:pt x="1072779" y="2133965"/>
                  </a:cubicBezTo>
                  <a:cubicBezTo>
                    <a:pt x="739510" y="2133965"/>
                    <a:pt x="441735" y="1981995"/>
                    <a:pt x="244971" y="1743573"/>
                  </a:cubicBezTo>
                  <a:lnTo>
                    <a:pt x="227013" y="1719558"/>
                  </a:lnTo>
                  <a:lnTo>
                    <a:pt x="183214" y="1660987"/>
                  </a:lnTo>
                  <a:cubicBezTo>
                    <a:pt x="67542" y="1489770"/>
                    <a:pt x="0" y="1283366"/>
                    <a:pt x="0" y="1061186"/>
                  </a:cubicBezTo>
                  <a:cubicBezTo>
                    <a:pt x="0" y="1024156"/>
                    <a:pt x="1876" y="987564"/>
                    <a:pt x="5539" y="951501"/>
                  </a:cubicBezTo>
                  <a:lnTo>
                    <a:pt x="18805" y="864576"/>
                  </a:lnTo>
                  <a:lnTo>
                    <a:pt x="21795" y="844984"/>
                  </a:lnTo>
                  <a:cubicBezTo>
                    <a:pt x="64666" y="635478"/>
                    <a:pt x="168609" y="448218"/>
                    <a:pt x="314210" y="302617"/>
                  </a:cubicBezTo>
                  <a:lnTo>
                    <a:pt x="364839" y="256602"/>
                  </a:lnTo>
                  <a:lnTo>
                    <a:pt x="390392" y="233378"/>
                  </a:lnTo>
                  <a:cubicBezTo>
                    <a:pt x="469866" y="167790"/>
                    <a:pt x="558946" y="113426"/>
                    <a:pt x="655205" y="72711"/>
                  </a:cubicBezTo>
                  <a:lnTo>
                    <a:pt x="715217" y="50747"/>
                  </a:lnTo>
                  <a:lnTo>
                    <a:pt x="753768" y="36637"/>
                  </a:lnTo>
                  <a:cubicBezTo>
                    <a:pt x="787360" y="26189"/>
                    <a:pt x="821659" y="17347"/>
                    <a:pt x="856577" y="10202"/>
                  </a:cubicBezTo>
                  <a:close/>
                </a:path>
              </a:pathLst>
            </a:custGeom>
            <a:solidFill>
              <a:srgbClr val="ED776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20" name="Graphic 119" descr="Graduation cap with solid fill">
              <a:extLst>
                <a:ext uri="{FF2B5EF4-FFF2-40B4-BE49-F238E27FC236}">
                  <a16:creationId xmlns:a16="http://schemas.microsoft.com/office/drawing/2014/main" id="{702224CD-68C6-53AD-C8D3-7A367AD6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69360" y="4728247"/>
              <a:ext cx="547200" cy="547200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BF6B514-AD47-D27C-24FC-498332B5A1DF}"/>
              </a:ext>
            </a:extLst>
          </p:cNvPr>
          <p:cNvGrpSpPr/>
          <p:nvPr/>
        </p:nvGrpSpPr>
        <p:grpSpPr>
          <a:xfrm>
            <a:off x="-8237214" y="-3997674"/>
            <a:ext cx="3845140" cy="1107996"/>
            <a:chOff x="293970" y="1361487"/>
            <a:chExt cx="3845140" cy="1107996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B95C56E-3357-44B0-DDCD-2B7C3F0B75E0}"/>
                </a:ext>
              </a:extLst>
            </p:cNvPr>
            <p:cNvSpPr txBox="1"/>
            <p:nvPr/>
          </p:nvSpPr>
          <p:spPr>
            <a:xfrm>
              <a:off x="293970" y="1515375"/>
              <a:ext cx="3400782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Shubham Kumar Himanshu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1262253979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23C3164-5CBC-2690-DEF0-3FB3E590937D}"/>
                </a:ext>
              </a:extLst>
            </p:cNvPr>
            <p:cNvSpPr txBox="1"/>
            <p:nvPr/>
          </p:nvSpPr>
          <p:spPr>
            <a:xfrm>
              <a:off x="3591910" y="1361487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1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AD33E6A-072D-7EF7-87BC-F624285CDA6A}"/>
              </a:ext>
            </a:extLst>
          </p:cNvPr>
          <p:cNvGrpSpPr/>
          <p:nvPr/>
        </p:nvGrpSpPr>
        <p:grpSpPr>
          <a:xfrm>
            <a:off x="-9914782" y="2483358"/>
            <a:ext cx="2900708" cy="1107996"/>
            <a:chOff x="780291" y="1350052"/>
            <a:chExt cx="2900708" cy="1107996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42A6EEC-6BFF-3C5D-374F-8DAAEA506079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Aditya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Dharme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1262250178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BCBA881-371E-D564-2EE3-32E7E7FE305B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2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CE80A55-2E03-1192-88B5-EBB720D6BC1D}"/>
              </a:ext>
            </a:extLst>
          </p:cNvPr>
          <p:cNvGrpSpPr/>
          <p:nvPr/>
        </p:nvGrpSpPr>
        <p:grpSpPr>
          <a:xfrm>
            <a:off x="-6116028" y="11210813"/>
            <a:ext cx="2900708" cy="1107996"/>
            <a:chOff x="780291" y="1350052"/>
            <a:chExt cx="2900708" cy="110799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40EFBDE-9F34-A473-7CFA-1B72F9012DE1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Jaideep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Kalekudithi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1262253233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E86A5DCD-084E-9E4D-2C9E-A7B83CF0C239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3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182D0EB-A152-5F22-BB60-DEB9925C4046}"/>
              </a:ext>
            </a:extLst>
          </p:cNvPr>
          <p:cNvGrpSpPr/>
          <p:nvPr/>
        </p:nvGrpSpPr>
        <p:grpSpPr>
          <a:xfrm>
            <a:off x="15766676" y="-3443677"/>
            <a:ext cx="2900708" cy="1107996"/>
            <a:chOff x="780291" y="1350052"/>
            <a:chExt cx="2900708" cy="1107996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667FB929-28FF-2047-1AE2-3DF55B61DE9D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Lukesh Bhosale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1262253754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BEA6F58E-E688-151C-60A9-D6B9764008AB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4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1A8E2E5-D875-0A97-509E-9CF00C9077DD}"/>
              </a:ext>
            </a:extLst>
          </p:cNvPr>
          <p:cNvGrpSpPr/>
          <p:nvPr/>
        </p:nvGrpSpPr>
        <p:grpSpPr>
          <a:xfrm>
            <a:off x="19433674" y="3893851"/>
            <a:ext cx="3103122" cy="1107996"/>
            <a:chOff x="577877" y="1350052"/>
            <a:chExt cx="3103122" cy="110799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AD0B85F-D7ED-C224-8E43-B10A374099C8}"/>
                </a:ext>
              </a:extLst>
            </p:cNvPr>
            <p:cNvSpPr txBox="1"/>
            <p:nvPr/>
          </p:nvSpPr>
          <p:spPr>
            <a:xfrm>
              <a:off x="577877" y="1503941"/>
              <a:ext cx="26019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Abhijeet Kadam Patil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1262253319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6BEB281-0A41-D586-C704-8BA37D419AA3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5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77B9E7A2-2153-46B1-CA42-798DA5381D3C}"/>
              </a:ext>
            </a:extLst>
          </p:cNvPr>
          <p:cNvSpPr txBox="1"/>
          <p:nvPr/>
        </p:nvSpPr>
        <p:spPr>
          <a:xfrm>
            <a:off x="20363537" y="10887647"/>
            <a:ext cx="239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Faculty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Incharge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Neha ma’am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C4522-DEA1-C004-6899-266B9B64CB2B}"/>
              </a:ext>
            </a:extLst>
          </p:cNvPr>
          <p:cNvSpPr txBox="1"/>
          <p:nvPr/>
        </p:nvSpPr>
        <p:spPr>
          <a:xfrm>
            <a:off x="1673879" y="2382505"/>
            <a:ext cx="90718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gradFill>
                  <a:gsLst>
                    <a:gs pos="83000">
                      <a:srgbClr val="FF0000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The Ride </a:t>
            </a:r>
            <a:r>
              <a:rPr lang="en-US" sz="9600" dirty="0">
                <a:gradFill>
                  <a:gsLst>
                    <a:gs pos="95000">
                      <a:srgbClr val="E73A2A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Plus</a:t>
            </a:r>
            <a:endParaRPr lang="en-IN" sz="9600" dirty="0">
              <a:gradFill>
                <a:gsLst>
                  <a:gs pos="95000">
                    <a:srgbClr val="E73A2A"/>
                  </a:gs>
                  <a:gs pos="100000">
                    <a:schemeClr val="tx1"/>
                  </a:gs>
                </a:gsLst>
                <a:path path="circle">
                  <a:fillToRect l="50000" t="50000" r="50000" b="50000"/>
                </a:path>
              </a:gra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C8F9D-1907-BC5D-1F0F-D0E33CE344A3}"/>
              </a:ext>
            </a:extLst>
          </p:cNvPr>
          <p:cNvSpPr txBox="1"/>
          <p:nvPr/>
        </p:nvSpPr>
        <p:spPr>
          <a:xfrm>
            <a:off x="1673880" y="4478627"/>
            <a:ext cx="907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 </a:t>
            </a:r>
            <a:r>
              <a:rPr lang="en-IN" b="1" dirty="0" err="1">
                <a:solidFill>
                  <a:srgbClr val="E73A2A"/>
                </a:soli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</a:rPr>
              <a:t>Analyzing</a:t>
            </a:r>
            <a:r>
              <a:rPr lang="en-IN" b="1" dirty="0">
                <a:solidFill>
                  <a:srgbClr val="E73A2A"/>
                </a:soli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</a:rPr>
              <a:t> Delhi NCR's Transportation Ecosystem</a:t>
            </a:r>
            <a:endParaRPr lang="en-IN" dirty="0">
              <a:solidFill>
                <a:srgbClr val="E73A2A"/>
              </a:soli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98921E-8201-EC23-DB8F-8C7144CCDB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3934" y="-4815703"/>
            <a:ext cx="5986791" cy="6230652"/>
          </a:xfrm>
          <a:prstGeom prst="rect">
            <a:avLst/>
          </a:prstGeom>
          <a:ln w="41275">
            <a:noFill/>
          </a:ln>
        </p:spPr>
      </p:pic>
    </p:spTree>
    <p:extLst>
      <p:ext uri="{BB962C8B-B14F-4D97-AF65-F5344CB8AC3E}">
        <p14:creationId xmlns:p14="http://schemas.microsoft.com/office/powerpoint/2010/main" val="2123133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2B2A-B97E-2361-21E9-72AD7737E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27D6065C-FA02-AFD2-B361-71A04EDC11B0}"/>
              </a:ext>
            </a:extLst>
          </p:cNvPr>
          <p:cNvSpPr/>
          <p:nvPr/>
        </p:nvSpPr>
        <p:spPr>
          <a:xfrm>
            <a:off x="-689039" y="-486012"/>
            <a:ext cx="13868786" cy="8524453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2A8D31B-D9B9-4FB0-EBC9-7B96D52ACFFF}"/>
              </a:ext>
            </a:extLst>
          </p:cNvPr>
          <p:cNvSpPr txBox="1"/>
          <p:nvPr/>
        </p:nvSpPr>
        <p:spPr>
          <a:xfrm>
            <a:off x="772159" y="674823"/>
            <a:ext cx="3942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Arial Black" panose="020B0A04020102020204" pitchFamily="34" charset="0"/>
              </a:rPr>
              <a:t>TEAM MEMBERS</a:t>
            </a:r>
            <a:endParaRPr lang="en-IN" sz="3200" dirty="0">
              <a:solidFill>
                <a:srgbClr val="E73A2A"/>
              </a:solidFill>
              <a:latin typeface="Arial Black" panose="020B0A04020102020204" pitchFamily="34" charset="0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81111C92-4FE7-70A0-504B-BC741D616CAB}"/>
              </a:ext>
            </a:extLst>
          </p:cNvPr>
          <p:cNvSpPr/>
          <p:nvPr/>
        </p:nvSpPr>
        <p:spPr>
          <a:xfrm>
            <a:off x="5719633" y="3429000"/>
            <a:ext cx="2145558" cy="1474897"/>
          </a:xfrm>
          <a:custGeom>
            <a:avLst/>
            <a:gdLst>
              <a:gd name="connsiteX0" fmla="*/ 78647 w 2145558"/>
              <a:gd name="connsiteY0" fmla="*/ 0 h 1474897"/>
              <a:gd name="connsiteX1" fmla="*/ 84304 w 2145558"/>
              <a:gd name="connsiteY1" fmla="*/ 15456 h 1474897"/>
              <a:gd name="connsiteX2" fmla="*/ 183214 w 2145558"/>
              <a:gd name="connsiteY2" fmla="*/ 197683 h 1474897"/>
              <a:gd name="connsiteX3" fmla="*/ 227601 w 2145558"/>
              <a:gd name="connsiteY3" fmla="*/ 257040 h 1474897"/>
              <a:gd name="connsiteX4" fmla="*/ 244971 w 2145558"/>
              <a:gd name="connsiteY4" fmla="*/ 280269 h 1474897"/>
              <a:gd name="connsiteX5" fmla="*/ 314210 w 2145558"/>
              <a:gd name="connsiteY5" fmla="*/ 356451 h 1474897"/>
              <a:gd name="connsiteX6" fmla="*/ 376367 w 2145558"/>
              <a:gd name="connsiteY6" fmla="*/ 412943 h 1474897"/>
              <a:gd name="connsiteX7" fmla="*/ 390392 w 2145558"/>
              <a:gd name="connsiteY7" fmla="*/ 425690 h 1474897"/>
              <a:gd name="connsiteX8" fmla="*/ 655205 w 2145558"/>
              <a:gd name="connsiteY8" fmla="*/ 586357 h 1474897"/>
              <a:gd name="connsiteX9" fmla="*/ 731553 w 2145558"/>
              <a:gd name="connsiteY9" fmla="*/ 614300 h 1474897"/>
              <a:gd name="connsiteX10" fmla="*/ 753768 w 2145558"/>
              <a:gd name="connsiteY10" fmla="*/ 622431 h 1474897"/>
              <a:gd name="connsiteX11" fmla="*/ 1072779 w 2145558"/>
              <a:gd name="connsiteY11" fmla="*/ 670661 h 1474897"/>
              <a:gd name="connsiteX12" fmla="*/ 1391790 w 2145558"/>
              <a:gd name="connsiteY12" fmla="*/ 622431 h 1474897"/>
              <a:gd name="connsiteX13" fmla="*/ 1430341 w 2145558"/>
              <a:gd name="connsiteY13" fmla="*/ 608322 h 1474897"/>
              <a:gd name="connsiteX14" fmla="*/ 1490353 w 2145558"/>
              <a:gd name="connsiteY14" fmla="*/ 586357 h 1474897"/>
              <a:gd name="connsiteX15" fmla="*/ 2061254 w 2145558"/>
              <a:gd name="connsiteY15" fmla="*/ 15456 h 1474897"/>
              <a:gd name="connsiteX16" fmla="*/ 2066911 w 2145558"/>
              <a:gd name="connsiteY16" fmla="*/ 0 h 1474897"/>
              <a:gd name="connsiteX17" fmla="*/ 2097328 w 2145558"/>
              <a:gd name="connsiteY17" fmla="*/ 83107 h 1474897"/>
              <a:gd name="connsiteX18" fmla="*/ 2145558 w 2145558"/>
              <a:gd name="connsiteY18" fmla="*/ 402118 h 1474897"/>
              <a:gd name="connsiteX19" fmla="*/ 1288981 w 2145558"/>
              <a:gd name="connsiteY19" fmla="*/ 1453102 h 1474897"/>
              <a:gd name="connsiteX20" fmla="*/ 1222133 w 2145558"/>
              <a:gd name="connsiteY20" fmla="*/ 1463304 h 1474897"/>
              <a:gd name="connsiteX21" fmla="*/ 1182464 w 2145558"/>
              <a:gd name="connsiteY21" fmla="*/ 1469358 h 1474897"/>
              <a:gd name="connsiteX22" fmla="*/ 1072779 w 2145558"/>
              <a:gd name="connsiteY22" fmla="*/ 1474897 h 1474897"/>
              <a:gd name="connsiteX23" fmla="*/ 390392 w 2145558"/>
              <a:gd name="connsiteY23" fmla="*/ 1229926 h 1474897"/>
              <a:gd name="connsiteX24" fmla="*/ 376367 w 2145558"/>
              <a:gd name="connsiteY24" fmla="*/ 1217179 h 1474897"/>
              <a:gd name="connsiteX25" fmla="*/ 314210 w 2145558"/>
              <a:gd name="connsiteY25" fmla="*/ 1160687 h 1474897"/>
              <a:gd name="connsiteX26" fmla="*/ 21795 w 2145558"/>
              <a:gd name="connsiteY26" fmla="*/ 618320 h 1474897"/>
              <a:gd name="connsiteX27" fmla="*/ 21182 w 2145558"/>
              <a:gd name="connsiteY27" fmla="*/ 614300 h 1474897"/>
              <a:gd name="connsiteX28" fmla="*/ 5539 w 2145558"/>
              <a:gd name="connsiteY28" fmla="*/ 511803 h 1474897"/>
              <a:gd name="connsiteX29" fmla="*/ 0 w 2145558"/>
              <a:gd name="connsiteY29" fmla="*/ 402118 h 1474897"/>
              <a:gd name="connsiteX30" fmla="*/ 5539 w 2145558"/>
              <a:gd name="connsiteY30" fmla="*/ 292433 h 1474897"/>
              <a:gd name="connsiteX31" fmla="*/ 18705 w 2145558"/>
              <a:gd name="connsiteY31" fmla="*/ 206167 h 1474897"/>
              <a:gd name="connsiteX32" fmla="*/ 21795 w 2145558"/>
              <a:gd name="connsiteY32" fmla="*/ 185916 h 1474897"/>
              <a:gd name="connsiteX33" fmla="*/ 48230 w 2145558"/>
              <a:gd name="connsiteY33" fmla="*/ 83107 h 1474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145558" h="1474897">
                <a:moveTo>
                  <a:pt x="78647" y="0"/>
                </a:moveTo>
                <a:lnTo>
                  <a:pt x="84304" y="15456"/>
                </a:lnTo>
                <a:cubicBezTo>
                  <a:pt x="111447" y="79629"/>
                  <a:pt x="144657" y="140611"/>
                  <a:pt x="183214" y="197683"/>
                </a:cubicBezTo>
                <a:lnTo>
                  <a:pt x="227601" y="257040"/>
                </a:lnTo>
                <a:lnTo>
                  <a:pt x="244971" y="280269"/>
                </a:lnTo>
                <a:cubicBezTo>
                  <a:pt x="266834" y="306760"/>
                  <a:pt x="289943" y="332184"/>
                  <a:pt x="314210" y="356451"/>
                </a:cubicBezTo>
                <a:lnTo>
                  <a:pt x="376367" y="412943"/>
                </a:lnTo>
                <a:lnTo>
                  <a:pt x="390392" y="425690"/>
                </a:lnTo>
                <a:cubicBezTo>
                  <a:pt x="469866" y="491278"/>
                  <a:pt x="558946" y="545643"/>
                  <a:pt x="655205" y="586357"/>
                </a:cubicBezTo>
                <a:lnTo>
                  <a:pt x="731553" y="614300"/>
                </a:lnTo>
                <a:lnTo>
                  <a:pt x="753768" y="622431"/>
                </a:lnTo>
                <a:cubicBezTo>
                  <a:pt x="854543" y="653776"/>
                  <a:pt x="961689" y="670661"/>
                  <a:pt x="1072779" y="670661"/>
                </a:cubicBezTo>
                <a:cubicBezTo>
                  <a:pt x="1183869" y="670661"/>
                  <a:pt x="1291015" y="653776"/>
                  <a:pt x="1391790" y="622431"/>
                </a:cubicBezTo>
                <a:lnTo>
                  <a:pt x="1430341" y="608322"/>
                </a:lnTo>
                <a:lnTo>
                  <a:pt x="1490353" y="586357"/>
                </a:lnTo>
                <a:cubicBezTo>
                  <a:pt x="1747044" y="477786"/>
                  <a:pt x="1952683" y="272147"/>
                  <a:pt x="2061254" y="15456"/>
                </a:cubicBezTo>
                <a:lnTo>
                  <a:pt x="2066911" y="0"/>
                </a:lnTo>
                <a:lnTo>
                  <a:pt x="2097328" y="83107"/>
                </a:lnTo>
                <a:cubicBezTo>
                  <a:pt x="2128673" y="183882"/>
                  <a:pt x="2145558" y="291028"/>
                  <a:pt x="2145558" y="402118"/>
                </a:cubicBezTo>
                <a:cubicBezTo>
                  <a:pt x="2145558" y="920537"/>
                  <a:pt x="1777829" y="1353069"/>
                  <a:pt x="1288981" y="1453102"/>
                </a:cubicBezTo>
                <a:lnTo>
                  <a:pt x="1222133" y="1463304"/>
                </a:lnTo>
                <a:lnTo>
                  <a:pt x="1182464" y="1469358"/>
                </a:lnTo>
                <a:cubicBezTo>
                  <a:pt x="1146401" y="1473021"/>
                  <a:pt x="1109809" y="1474897"/>
                  <a:pt x="1072779" y="1474897"/>
                </a:cubicBezTo>
                <a:cubicBezTo>
                  <a:pt x="813570" y="1474897"/>
                  <a:pt x="575832" y="1382965"/>
                  <a:pt x="390392" y="1229926"/>
                </a:cubicBezTo>
                <a:lnTo>
                  <a:pt x="376367" y="1217179"/>
                </a:lnTo>
                <a:lnTo>
                  <a:pt x="314210" y="1160687"/>
                </a:lnTo>
                <a:cubicBezTo>
                  <a:pt x="168609" y="1015086"/>
                  <a:pt x="64666" y="827826"/>
                  <a:pt x="21795" y="618320"/>
                </a:cubicBezTo>
                <a:lnTo>
                  <a:pt x="21182" y="614300"/>
                </a:lnTo>
                <a:lnTo>
                  <a:pt x="5539" y="511803"/>
                </a:lnTo>
                <a:cubicBezTo>
                  <a:pt x="1876" y="475740"/>
                  <a:pt x="0" y="439148"/>
                  <a:pt x="0" y="402118"/>
                </a:cubicBezTo>
                <a:cubicBezTo>
                  <a:pt x="0" y="365088"/>
                  <a:pt x="1876" y="328496"/>
                  <a:pt x="5539" y="292433"/>
                </a:cubicBezTo>
                <a:lnTo>
                  <a:pt x="18705" y="206167"/>
                </a:lnTo>
                <a:lnTo>
                  <a:pt x="21795" y="185916"/>
                </a:lnTo>
                <a:cubicBezTo>
                  <a:pt x="28941" y="150998"/>
                  <a:pt x="37782" y="116699"/>
                  <a:pt x="48230" y="83107"/>
                </a:cubicBezTo>
                <a:close/>
              </a:path>
            </a:pathLst>
          </a:custGeom>
          <a:solidFill>
            <a:srgbClr val="E73A2A"/>
          </a:solidFill>
          <a:ln>
            <a:noFill/>
          </a:ln>
          <a:effectLst>
            <a:innerShdw blurRad="508000">
              <a:prstClr val="black">
                <a:alpha val="50000"/>
              </a:prstClr>
            </a:inn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5E99214B-F496-C89C-3E44-026FDEFD3420}"/>
              </a:ext>
            </a:extLst>
          </p:cNvPr>
          <p:cNvSpPr/>
          <p:nvPr/>
        </p:nvSpPr>
        <p:spPr>
          <a:xfrm>
            <a:off x="5947234" y="1965606"/>
            <a:ext cx="1917957" cy="2134055"/>
          </a:xfrm>
          <a:custGeom>
            <a:avLst/>
            <a:gdLst>
              <a:gd name="connsiteX0" fmla="*/ 993945 w 1917957"/>
              <a:gd name="connsiteY0" fmla="*/ 0 h 2134055"/>
              <a:gd name="connsiteX1" fmla="*/ 1061380 w 1917957"/>
              <a:gd name="connsiteY1" fmla="*/ 10292 h 2134055"/>
              <a:gd name="connsiteX2" fmla="*/ 1917957 w 1917957"/>
              <a:gd name="connsiteY2" fmla="*/ 1061276 h 2134055"/>
              <a:gd name="connsiteX3" fmla="*/ 1869727 w 1917957"/>
              <a:gd name="connsiteY3" fmla="*/ 1380287 h 2134055"/>
              <a:gd name="connsiteX4" fmla="*/ 1839310 w 1917957"/>
              <a:gd name="connsiteY4" fmla="*/ 1463394 h 2134055"/>
              <a:gd name="connsiteX5" fmla="*/ 1833653 w 1917957"/>
              <a:gd name="connsiteY5" fmla="*/ 1478850 h 2134055"/>
              <a:gd name="connsiteX6" fmla="*/ 1262752 w 1917957"/>
              <a:gd name="connsiteY6" fmla="*/ 2049751 h 2134055"/>
              <a:gd name="connsiteX7" fmla="*/ 1202740 w 1917957"/>
              <a:gd name="connsiteY7" fmla="*/ 2071716 h 2134055"/>
              <a:gd name="connsiteX8" fmla="*/ 1164189 w 1917957"/>
              <a:gd name="connsiteY8" fmla="*/ 2085825 h 2134055"/>
              <a:gd name="connsiteX9" fmla="*/ 845178 w 1917957"/>
              <a:gd name="connsiteY9" fmla="*/ 2134055 h 2134055"/>
              <a:gd name="connsiteX10" fmla="*/ 526167 w 1917957"/>
              <a:gd name="connsiteY10" fmla="*/ 2085825 h 2134055"/>
              <a:gd name="connsiteX11" fmla="*/ 503952 w 1917957"/>
              <a:gd name="connsiteY11" fmla="*/ 2077694 h 2134055"/>
              <a:gd name="connsiteX12" fmla="*/ 427604 w 1917957"/>
              <a:gd name="connsiteY12" fmla="*/ 2049751 h 2134055"/>
              <a:gd name="connsiteX13" fmla="*/ 162791 w 1917957"/>
              <a:gd name="connsiteY13" fmla="*/ 1889084 h 2134055"/>
              <a:gd name="connsiteX14" fmla="*/ 148766 w 1917957"/>
              <a:gd name="connsiteY14" fmla="*/ 1876337 h 2134055"/>
              <a:gd name="connsiteX15" fmla="*/ 86609 w 1917957"/>
              <a:gd name="connsiteY15" fmla="*/ 1819845 h 2134055"/>
              <a:gd name="connsiteX16" fmla="*/ 17370 w 1917957"/>
              <a:gd name="connsiteY16" fmla="*/ 1743663 h 2134055"/>
              <a:gd name="connsiteX17" fmla="*/ 0 w 1917957"/>
              <a:gd name="connsiteY17" fmla="*/ 1720434 h 2134055"/>
              <a:gd name="connsiteX18" fmla="*/ 39081 w 1917957"/>
              <a:gd name="connsiteY18" fmla="*/ 1726398 h 2134055"/>
              <a:gd name="connsiteX19" fmla="*/ 148766 w 1917957"/>
              <a:gd name="connsiteY19" fmla="*/ 1731937 h 2134055"/>
              <a:gd name="connsiteX20" fmla="*/ 258451 w 1917957"/>
              <a:gd name="connsiteY20" fmla="*/ 1726398 h 2134055"/>
              <a:gd name="connsiteX21" fmla="*/ 297533 w 1917957"/>
              <a:gd name="connsiteY21" fmla="*/ 1720434 h 2134055"/>
              <a:gd name="connsiteX22" fmla="*/ 364968 w 1917957"/>
              <a:gd name="connsiteY22" fmla="*/ 1710142 h 2134055"/>
              <a:gd name="connsiteX23" fmla="*/ 467777 w 1917957"/>
              <a:gd name="connsiteY23" fmla="*/ 1683707 h 2134055"/>
              <a:gd name="connsiteX24" fmla="*/ 506429 w 1917957"/>
              <a:gd name="connsiteY24" fmla="*/ 1669561 h 2134055"/>
              <a:gd name="connsiteX25" fmla="*/ 566340 w 1917957"/>
              <a:gd name="connsiteY25" fmla="*/ 1647633 h 2134055"/>
              <a:gd name="connsiteX26" fmla="*/ 831153 w 1917957"/>
              <a:gd name="connsiteY26" fmla="*/ 1486966 h 2134055"/>
              <a:gd name="connsiteX27" fmla="*/ 856706 w 1917957"/>
              <a:gd name="connsiteY27" fmla="*/ 1463742 h 2134055"/>
              <a:gd name="connsiteX28" fmla="*/ 907335 w 1917957"/>
              <a:gd name="connsiteY28" fmla="*/ 1417727 h 2134055"/>
              <a:gd name="connsiteX29" fmla="*/ 1199750 w 1917957"/>
              <a:gd name="connsiteY29" fmla="*/ 875360 h 2134055"/>
              <a:gd name="connsiteX30" fmla="*/ 1202841 w 1917957"/>
              <a:gd name="connsiteY30" fmla="*/ 855110 h 2134055"/>
              <a:gd name="connsiteX31" fmla="*/ 1216006 w 1917957"/>
              <a:gd name="connsiteY31" fmla="*/ 768843 h 2134055"/>
              <a:gd name="connsiteX32" fmla="*/ 1221545 w 1917957"/>
              <a:gd name="connsiteY32" fmla="*/ 659158 h 2134055"/>
              <a:gd name="connsiteX33" fmla="*/ 1038331 w 1917957"/>
              <a:gd name="connsiteY33" fmla="*/ 59357 h 2134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17957" h="2134055">
                <a:moveTo>
                  <a:pt x="993945" y="0"/>
                </a:moveTo>
                <a:lnTo>
                  <a:pt x="1061380" y="10292"/>
                </a:lnTo>
                <a:cubicBezTo>
                  <a:pt x="1550228" y="110325"/>
                  <a:pt x="1917957" y="542857"/>
                  <a:pt x="1917957" y="1061276"/>
                </a:cubicBezTo>
                <a:cubicBezTo>
                  <a:pt x="1917957" y="1172366"/>
                  <a:pt x="1901072" y="1279512"/>
                  <a:pt x="1869727" y="1380287"/>
                </a:cubicBezTo>
                <a:lnTo>
                  <a:pt x="1839310" y="1463394"/>
                </a:lnTo>
                <a:lnTo>
                  <a:pt x="1833653" y="1478850"/>
                </a:lnTo>
                <a:cubicBezTo>
                  <a:pt x="1725082" y="1735541"/>
                  <a:pt x="1519443" y="1941180"/>
                  <a:pt x="1262752" y="2049751"/>
                </a:cubicBezTo>
                <a:lnTo>
                  <a:pt x="1202740" y="2071716"/>
                </a:lnTo>
                <a:lnTo>
                  <a:pt x="1164189" y="2085825"/>
                </a:lnTo>
                <a:cubicBezTo>
                  <a:pt x="1063414" y="2117170"/>
                  <a:pt x="956268" y="2134055"/>
                  <a:pt x="845178" y="2134055"/>
                </a:cubicBezTo>
                <a:cubicBezTo>
                  <a:pt x="734088" y="2134055"/>
                  <a:pt x="626942" y="2117170"/>
                  <a:pt x="526167" y="2085825"/>
                </a:cubicBezTo>
                <a:lnTo>
                  <a:pt x="503952" y="2077694"/>
                </a:lnTo>
                <a:lnTo>
                  <a:pt x="427604" y="2049751"/>
                </a:lnTo>
                <a:cubicBezTo>
                  <a:pt x="331345" y="2009037"/>
                  <a:pt x="242265" y="1954672"/>
                  <a:pt x="162791" y="1889084"/>
                </a:cubicBezTo>
                <a:lnTo>
                  <a:pt x="148766" y="1876337"/>
                </a:lnTo>
                <a:lnTo>
                  <a:pt x="86609" y="1819845"/>
                </a:lnTo>
                <a:cubicBezTo>
                  <a:pt x="62342" y="1795578"/>
                  <a:pt x="39233" y="1770154"/>
                  <a:pt x="17370" y="1743663"/>
                </a:cubicBezTo>
                <a:lnTo>
                  <a:pt x="0" y="1720434"/>
                </a:lnTo>
                <a:lnTo>
                  <a:pt x="39081" y="1726398"/>
                </a:lnTo>
                <a:cubicBezTo>
                  <a:pt x="75145" y="1730061"/>
                  <a:pt x="111736" y="1731937"/>
                  <a:pt x="148766" y="1731937"/>
                </a:cubicBezTo>
                <a:cubicBezTo>
                  <a:pt x="185796" y="1731937"/>
                  <a:pt x="222388" y="1730061"/>
                  <a:pt x="258451" y="1726398"/>
                </a:cubicBezTo>
                <a:lnTo>
                  <a:pt x="297533" y="1720434"/>
                </a:lnTo>
                <a:lnTo>
                  <a:pt x="364968" y="1710142"/>
                </a:lnTo>
                <a:cubicBezTo>
                  <a:pt x="399886" y="1702997"/>
                  <a:pt x="434186" y="1694155"/>
                  <a:pt x="467777" y="1683707"/>
                </a:cubicBezTo>
                <a:lnTo>
                  <a:pt x="506429" y="1669561"/>
                </a:lnTo>
                <a:lnTo>
                  <a:pt x="566340" y="1647633"/>
                </a:lnTo>
                <a:cubicBezTo>
                  <a:pt x="662599" y="1606919"/>
                  <a:pt x="751679" y="1552554"/>
                  <a:pt x="831153" y="1486966"/>
                </a:cubicBezTo>
                <a:lnTo>
                  <a:pt x="856706" y="1463742"/>
                </a:lnTo>
                <a:lnTo>
                  <a:pt x="907335" y="1417727"/>
                </a:lnTo>
                <a:cubicBezTo>
                  <a:pt x="1052937" y="1272126"/>
                  <a:pt x="1156879" y="1084866"/>
                  <a:pt x="1199750" y="875360"/>
                </a:cubicBezTo>
                <a:lnTo>
                  <a:pt x="1202841" y="855110"/>
                </a:lnTo>
                <a:lnTo>
                  <a:pt x="1216006" y="768843"/>
                </a:lnTo>
                <a:cubicBezTo>
                  <a:pt x="1219669" y="732780"/>
                  <a:pt x="1221545" y="696188"/>
                  <a:pt x="1221545" y="659158"/>
                </a:cubicBezTo>
                <a:cubicBezTo>
                  <a:pt x="1221545" y="436979"/>
                  <a:pt x="1154003" y="230574"/>
                  <a:pt x="1038331" y="59357"/>
                </a:cubicBezTo>
                <a:close/>
              </a:path>
            </a:pathLst>
          </a:custGeom>
          <a:solidFill>
            <a:srgbClr val="B5361D"/>
          </a:solidFill>
          <a:ln>
            <a:noFill/>
          </a:ln>
          <a:effectLst>
            <a:innerShdw blurRad="508000">
              <a:prstClr val="black">
                <a:alpha val="50000"/>
              </a:prstClr>
            </a:inn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B41A5EE5-6251-3B86-814C-B030FD2134F8}"/>
              </a:ext>
            </a:extLst>
          </p:cNvPr>
          <p:cNvSpPr/>
          <p:nvPr/>
        </p:nvSpPr>
        <p:spPr>
          <a:xfrm>
            <a:off x="4326808" y="1954103"/>
            <a:ext cx="2145558" cy="1474897"/>
          </a:xfrm>
          <a:custGeom>
            <a:avLst/>
            <a:gdLst>
              <a:gd name="connsiteX0" fmla="*/ 1072779 w 2145558"/>
              <a:gd name="connsiteY0" fmla="*/ 0 h 1474897"/>
              <a:gd name="connsiteX1" fmla="*/ 1755166 w 2145558"/>
              <a:gd name="connsiteY1" fmla="*/ 244971 h 1474897"/>
              <a:gd name="connsiteX2" fmla="*/ 1769191 w 2145558"/>
              <a:gd name="connsiteY2" fmla="*/ 257718 h 1474897"/>
              <a:gd name="connsiteX3" fmla="*/ 1831348 w 2145558"/>
              <a:gd name="connsiteY3" fmla="*/ 314210 h 1474897"/>
              <a:gd name="connsiteX4" fmla="*/ 2123763 w 2145558"/>
              <a:gd name="connsiteY4" fmla="*/ 856577 h 1474897"/>
              <a:gd name="connsiteX5" fmla="*/ 2124377 w 2145558"/>
              <a:gd name="connsiteY5" fmla="*/ 860597 h 1474897"/>
              <a:gd name="connsiteX6" fmla="*/ 2140019 w 2145558"/>
              <a:gd name="connsiteY6" fmla="*/ 963094 h 1474897"/>
              <a:gd name="connsiteX7" fmla="*/ 2145558 w 2145558"/>
              <a:gd name="connsiteY7" fmla="*/ 1072779 h 1474897"/>
              <a:gd name="connsiteX8" fmla="*/ 2140019 w 2145558"/>
              <a:gd name="connsiteY8" fmla="*/ 1182464 h 1474897"/>
              <a:gd name="connsiteX9" fmla="*/ 2126753 w 2145558"/>
              <a:gd name="connsiteY9" fmla="*/ 1269390 h 1474897"/>
              <a:gd name="connsiteX10" fmla="*/ 2123763 w 2145558"/>
              <a:gd name="connsiteY10" fmla="*/ 1288981 h 1474897"/>
              <a:gd name="connsiteX11" fmla="*/ 2097328 w 2145558"/>
              <a:gd name="connsiteY11" fmla="*/ 1391790 h 1474897"/>
              <a:gd name="connsiteX12" fmla="*/ 2066911 w 2145558"/>
              <a:gd name="connsiteY12" fmla="*/ 1474897 h 1474897"/>
              <a:gd name="connsiteX13" fmla="*/ 2061254 w 2145558"/>
              <a:gd name="connsiteY13" fmla="*/ 1459441 h 1474897"/>
              <a:gd name="connsiteX14" fmla="*/ 1962344 w 2145558"/>
              <a:gd name="connsiteY14" fmla="*/ 1277214 h 1474897"/>
              <a:gd name="connsiteX15" fmla="*/ 1918545 w 2145558"/>
              <a:gd name="connsiteY15" fmla="*/ 1218643 h 1474897"/>
              <a:gd name="connsiteX16" fmla="*/ 1900587 w 2145558"/>
              <a:gd name="connsiteY16" fmla="*/ 1194628 h 1474897"/>
              <a:gd name="connsiteX17" fmla="*/ 1831348 w 2145558"/>
              <a:gd name="connsiteY17" fmla="*/ 1118446 h 1474897"/>
              <a:gd name="connsiteX18" fmla="*/ 1769191 w 2145558"/>
              <a:gd name="connsiteY18" fmla="*/ 1061954 h 1474897"/>
              <a:gd name="connsiteX19" fmla="*/ 1755166 w 2145558"/>
              <a:gd name="connsiteY19" fmla="*/ 1049207 h 1474897"/>
              <a:gd name="connsiteX20" fmla="*/ 1490353 w 2145558"/>
              <a:gd name="connsiteY20" fmla="*/ 888540 h 1474897"/>
              <a:gd name="connsiteX21" fmla="*/ 1414006 w 2145558"/>
              <a:gd name="connsiteY21" fmla="*/ 860597 h 1474897"/>
              <a:gd name="connsiteX22" fmla="*/ 1391790 w 2145558"/>
              <a:gd name="connsiteY22" fmla="*/ 852466 h 1474897"/>
              <a:gd name="connsiteX23" fmla="*/ 1072779 w 2145558"/>
              <a:gd name="connsiteY23" fmla="*/ 804236 h 1474897"/>
              <a:gd name="connsiteX24" fmla="*/ 753768 w 2145558"/>
              <a:gd name="connsiteY24" fmla="*/ 852466 h 1474897"/>
              <a:gd name="connsiteX25" fmla="*/ 715117 w 2145558"/>
              <a:gd name="connsiteY25" fmla="*/ 866613 h 1474897"/>
              <a:gd name="connsiteX26" fmla="*/ 655205 w 2145558"/>
              <a:gd name="connsiteY26" fmla="*/ 888540 h 1474897"/>
              <a:gd name="connsiteX27" fmla="*/ 84304 w 2145558"/>
              <a:gd name="connsiteY27" fmla="*/ 1459441 h 1474897"/>
              <a:gd name="connsiteX28" fmla="*/ 78647 w 2145558"/>
              <a:gd name="connsiteY28" fmla="*/ 1474897 h 1474897"/>
              <a:gd name="connsiteX29" fmla="*/ 48230 w 2145558"/>
              <a:gd name="connsiteY29" fmla="*/ 1391790 h 1474897"/>
              <a:gd name="connsiteX30" fmla="*/ 0 w 2145558"/>
              <a:gd name="connsiteY30" fmla="*/ 1072779 h 1474897"/>
              <a:gd name="connsiteX31" fmla="*/ 856577 w 2145558"/>
              <a:gd name="connsiteY31" fmla="*/ 21795 h 1474897"/>
              <a:gd name="connsiteX32" fmla="*/ 924013 w 2145558"/>
              <a:gd name="connsiteY32" fmla="*/ 11503 h 1474897"/>
              <a:gd name="connsiteX33" fmla="*/ 963094 w 2145558"/>
              <a:gd name="connsiteY33" fmla="*/ 5539 h 1474897"/>
              <a:gd name="connsiteX34" fmla="*/ 1072779 w 2145558"/>
              <a:gd name="connsiteY34" fmla="*/ 0 h 1474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145558" h="1474897">
                <a:moveTo>
                  <a:pt x="1072779" y="0"/>
                </a:moveTo>
                <a:cubicBezTo>
                  <a:pt x="1331989" y="0"/>
                  <a:pt x="1569727" y="91932"/>
                  <a:pt x="1755166" y="244971"/>
                </a:cubicBezTo>
                <a:lnTo>
                  <a:pt x="1769191" y="257718"/>
                </a:lnTo>
                <a:lnTo>
                  <a:pt x="1831348" y="314210"/>
                </a:lnTo>
                <a:cubicBezTo>
                  <a:pt x="1976950" y="459811"/>
                  <a:pt x="2080892" y="647071"/>
                  <a:pt x="2123763" y="856577"/>
                </a:cubicBezTo>
                <a:lnTo>
                  <a:pt x="2124377" y="860597"/>
                </a:lnTo>
                <a:lnTo>
                  <a:pt x="2140019" y="963094"/>
                </a:lnTo>
                <a:cubicBezTo>
                  <a:pt x="2143682" y="999157"/>
                  <a:pt x="2145558" y="1035749"/>
                  <a:pt x="2145558" y="1072779"/>
                </a:cubicBezTo>
                <a:cubicBezTo>
                  <a:pt x="2145558" y="1109809"/>
                  <a:pt x="2143682" y="1146401"/>
                  <a:pt x="2140019" y="1182464"/>
                </a:cubicBezTo>
                <a:lnTo>
                  <a:pt x="2126753" y="1269390"/>
                </a:lnTo>
                <a:lnTo>
                  <a:pt x="2123763" y="1288981"/>
                </a:lnTo>
                <a:cubicBezTo>
                  <a:pt x="2116618" y="1323899"/>
                  <a:pt x="2107776" y="1358199"/>
                  <a:pt x="2097328" y="1391790"/>
                </a:cubicBezTo>
                <a:lnTo>
                  <a:pt x="2066911" y="1474897"/>
                </a:lnTo>
                <a:lnTo>
                  <a:pt x="2061254" y="1459441"/>
                </a:lnTo>
                <a:cubicBezTo>
                  <a:pt x="2034111" y="1395269"/>
                  <a:pt x="2000902" y="1334287"/>
                  <a:pt x="1962344" y="1277214"/>
                </a:cubicBezTo>
                <a:lnTo>
                  <a:pt x="1918545" y="1218643"/>
                </a:lnTo>
                <a:lnTo>
                  <a:pt x="1900587" y="1194628"/>
                </a:lnTo>
                <a:cubicBezTo>
                  <a:pt x="1878725" y="1168137"/>
                  <a:pt x="1855615" y="1142713"/>
                  <a:pt x="1831348" y="1118446"/>
                </a:cubicBezTo>
                <a:lnTo>
                  <a:pt x="1769191" y="1061954"/>
                </a:lnTo>
                <a:lnTo>
                  <a:pt x="1755166" y="1049207"/>
                </a:lnTo>
                <a:cubicBezTo>
                  <a:pt x="1675692" y="983619"/>
                  <a:pt x="1586612" y="929255"/>
                  <a:pt x="1490353" y="888540"/>
                </a:cubicBezTo>
                <a:lnTo>
                  <a:pt x="1414006" y="860597"/>
                </a:lnTo>
                <a:lnTo>
                  <a:pt x="1391790" y="852466"/>
                </a:lnTo>
                <a:cubicBezTo>
                  <a:pt x="1291015" y="821122"/>
                  <a:pt x="1183869" y="804236"/>
                  <a:pt x="1072779" y="804236"/>
                </a:cubicBezTo>
                <a:cubicBezTo>
                  <a:pt x="961689" y="804236"/>
                  <a:pt x="854543" y="821122"/>
                  <a:pt x="753768" y="852466"/>
                </a:cubicBezTo>
                <a:lnTo>
                  <a:pt x="715117" y="866613"/>
                </a:lnTo>
                <a:lnTo>
                  <a:pt x="655205" y="888540"/>
                </a:lnTo>
                <a:cubicBezTo>
                  <a:pt x="398514" y="997112"/>
                  <a:pt x="192876" y="1202750"/>
                  <a:pt x="84304" y="1459441"/>
                </a:cubicBezTo>
                <a:lnTo>
                  <a:pt x="78647" y="1474897"/>
                </a:lnTo>
                <a:lnTo>
                  <a:pt x="48230" y="1391790"/>
                </a:lnTo>
                <a:cubicBezTo>
                  <a:pt x="16886" y="1291015"/>
                  <a:pt x="0" y="1183869"/>
                  <a:pt x="0" y="1072779"/>
                </a:cubicBezTo>
                <a:cubicBezTo>
                  <a:pt x="0" y="554360"/>
                  <a:pt x="367730" y="121828"/>
                  <a:pt x="856577" y="21795"/>
                </a:cubicBezTo>
                <a:lnTo>
                  <a:pt x="924013" y="11503"/>
                </a:lnTo>
                <a:lnTo>
                  <a:pt x="963094" y="5539"/>
                </a:lnTo>
                <a:cubicBezTo>
                  <a:pt x="999158" y="1876"/>
                  <a:pt x="1035749" y="0"/>
                  <a:pt x="1072779" y="0"/>
                </a:cubicBezTo>
                <a:close/>
              </a:path>
            </a:pathLst>
          </a:custGeom>
          <a:solidFill>
            <a:srgbClr val="F6C1BB"/>
          </a:solidFill>
          <a:ln>
            <a:noFill/>
          </a:ln>
          <a:effectLst>
            <a:innerShdw blurRad="508000">
              <a:prstClr val="black">
                <a:alpha val="50000"/>
              </a:prstClr>
            </a:inn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A325D65E-B1D7-BD1E-CA58-29E64F2A1109}"/>
              </a:ext>
            </a:extLst>
          </p:cNvPr>
          <p:cNvSpPr/>
          <p:nvPr/>
        </p:nvSpPr>
        <p:spPr>
          <a:xfrm>
            <a:off x="5253730" y="1562792"/>
            <a:ext cx="1917957" cy="2134055"/>
          </a:xfrm>
          <a:custGeom>
            <a:avLst/>
            <a:gdLst>
              <a:gd name="connsiteX0" fmla="*/ 845178 w 1917957"/>
              <a:gd name="connsiteY0" fmla="*/ 0 h 2134055"/>
              <a:gd name="connsiteX1" fmla="*/ 1672986 w 1917957"/>
              <a:gd name="connsiteY1" fmla="*/ 390392 h 2134055"/>
              <a:gd name="connsiteX2" fmla="*/ 1690357 w 1917957"/>
              <a:gd name="connsiteY2" fmla="*/ 413621 h 2134055"/>
              <a:gd name="connsiteX3" fmla="*/ 1734743 w 1917957"/>
              <a:gd name="connsiteY3" fmla="*/ 472978 h 2134055"/>
              <a:gd name="connsiteX4" fmla="*/ 1917957 w 1917957"/>
              <a:gd name="connsiteY4" fmla="*/ 1072779 h 2134055"/>
              <a:gd name="connsiteX5" fmla="*/ 1912418 w 1917957"/>
              <a:gd name="connsiteY5" fmla="*/ 1182464 h 2134055"/>
              <a:gd name="connsiteX6" fmla="*/ 1899253 w 1917957"/>
              <a:gd name="connsiteY6" fmla="*/ 1268731 h 2134055"/>
              <a:gd name="connsiteX7" fmla="*/ 1896162 w 1917957"/>
              <a:gd name="connsiteY7" fmla="*/ 1288981 h 2134055"/>
              <a:gd name="connsiteX8" fmla="*/ 1603747 w 1917957"/>
              <a:gd name="connsiteY8" fmla="*/ 1831348 h 2134055"/>
              <a:gd name="connsiteX9" fmla="*/ 1553118 w 1917957"/>
              <a:gd name="connsiteY9" fmla="*/ 1877363 h 2134055"/>
              <a:gd name="connsiteX10" fmla="*/ 1527565 w 1917957"/>
              <a:gd name="connsiteY10" fmla="*/ 1900587 h 2134055"/>
              <a:gd name="connsiteX11" fmla="*/ 1262752 w 1917957"/>
              <a:gd name="connsiteY11" fmla="*/ 2061254 h 2134055"/>
              <a:gd name="connsiteX12" fmla="*/ 1202841 w 1917957"/>
              <a:gd name="connsiteY12" fmla="*/ 2083182 h 2134055"/>
              <a:gd name="connsiteX13" fmla="*/ 1164189 w 1917957"/>
              <a:gd name="connsiteY13" fmla="*/ 2097328 h 2134055"/>
              <a:gd name="connsiteX14" fmla="*/ 1061380 w 1917957"/>
              <a:gd name="connsiteY14" fmla="*/ 2123763 h 2134055"/>
              <a:gd name="connsiteX15" fmla="*/ 993945 w 1917957"/>
              <a:gd name="connsiteY15" fmla="*/ 2134055 h 2134055"/>
              <a:gd name="connsiteX16" fmla="*/ 1038331 w 1917957"/>
              <a:gd name="connsiteY16" fmla="*/ 2074698 h 2134055"/>
              <a:gd name="connsiteX17" fmla="*/ 1137241 w 1917957"/>
              <a:gd name="connsiteY17" fmla="*/ 1892471 h 2134055"/>
              <a:gd name="connsiteX18" fmla="*/ 1142898 w 1917957"/>
              <a:gd name="connsiteY18" fmla="*/ 1877015 h 2134055"/>
              <a:gd name="connsiteX19" fmla="*/ 1173315 w 1917957"/>
              <a:gd name="connsiteY19" fmla="*/ 1793908 h 2134055"/>
              <a:gd name="connsiteX20" fmla="*/ 1199750 w 1917957"/>
              <a:gd name="connsiteY20" fmla="*/ 1691099 h 2134055"/>
              <a:gd name="connsiteX21" fmla="*/ 1202740 w 1917957"/>
              <a:gd name="connsiteY21" fmla="*/ 1671508 h 2134055"/>
              <a:gd name="connsiteX22" fmla="*/ 1216006 w 1917957"/>
              <a:gd name="connsiteY22" fmla="*/ 1584582 h 2134055"/>
              <a:gd name="connsiteX23" fmla="*/ 1221545 w 1917957"/>
              <a:gd name="connsiteY23" fmla="*/ 1474897 h 2134055"/>
              <a:gd name="connsiteX24" fmla="*/ 1216006 w 1917957"/>
              <a:gd name="connsiteY24" fmla="*/ 1365212 h 2134055"/>
              <a:gd name="connsiteX25" fmla="*/ 1200364 w 1917957"/>
              <a:gd name="connsiteY25" fmla="*/ 1262715 h 2134055"/>
              <a:gd name="connsiteX26" fmla="*/ 1199750 w 1917957"/>
              <a:gd name="connsiteY26" fmla="*/ 1258695 h 2134055"/>
              <a:gd name="connsiteX27" fmla="*/ 907335 w 1917957"/>
              <a:gd name="connsiteY27" fmla="*/ 716328 h 2134055"/>
              <a:gd name="connsiteX28" fmla="*/ 845178 w 1917957"/>
              <a:gd name="connsiteY28" fmla="*/ 659836 h 2134055"/>
              <a:gd name="connsiteX29" fmla="*/ 831153 w 1917957"/>
              <a:gd name="connsiteY29" fmla="*/ 647089 h 2134055"/>
              <a:gd name="connsiteX30" fmla="*/ 148766 w 1917957"/>
              <a:gd name="connsiteY30" fmla="*/ 402118 h 2134055"/>
              <a:gd name="connsiteX31" fmla="*/ 39081 w 1917957"/>
              <a:gd name="connsiteY31" fmla="*/ 407657 h 2134055"/>
              <a:gd name="connsiteX32" fmla="*/ 0 w 1917957"/>
              <a:gd name="connsiteY32" fmla="*/ 413621 h 2134055"/>
              <a:gd name="connsiteX33" fmla="*/ 17370 w 1917957"/>
              <a:gd name="connsiteY33" fmla="*/ 390392 h 2134055"/>
              <a:gd name="connsiteX34" fmla="*/ 845178 w 1917957"/>
              <a:gd name="connsiteY34" fmla="*/ 0 h 2134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17957" h="2134055">
                <a:moveTo>
                  <a:pt x="845178" y="0"/>
                </a:moveTo>
                <a:cubicBezTo>
                  <a:pt x="1178448" y="0"/>
                  <a:pt x="1476223" y="151970"/>
                  <a:pt x="1672986" y="390392"/>
                </a:cubicBezTo>
                <a:lnTo>
                  <a:pt x="1690357" y="413621"/>
                </a:lnTo>
                <a:lnTo>
                  <a:pt x="1734743" y="472978"/>
                </a:lnTo>
                <a:cubicBezTo>
                  <a:pt x="1850415" y="644195"/>
                  <a:pt x="1917957" y="850600"/>
                  <a:pt x="1917957" y="1072779"/>
                </a:cubicBezTo>
                <a:cubicBezTo>
                  <a:pt x="1917957" y="1109809"/>
                  <a:pt x="1916081" y="1146401"/>
                  <a:pt x="1912418" y="1182464"/>
                </a:cubicBezTo>
                <a:lnTo>
                  <a:pt x="1899253" y="1268731"/>
                </a:lnTo>
                <a:lnTo>
                  <a:pt x="1896162" y="1288981"/>
                </a:lnTo>
                <a:cubicBezTo>
                  <a:pt x="1853291" y="1498487"/>
                  <a:pt x="1749349" y="1685747"/>
                  <a:pt x="1603747" y="1831348"/>
                </a:cubicBezTo>
                <a:lnTo>
                  <a:pt x="1553118" y="1877363"/>
                </a:lnTo>
                <a:lnTo>
                  <a:pt x="1527565" y="1900587"/>
                </a:lnTo>
                <a:cubicBezTo>
                  <a:pt x="1448091" y="1966175"/>
                  <a:pt x="1359011" y="2020540"/>
                  <a:pt x="1262752" y="2061254"/>
                </a:cubicBezTo>
                <a:lnTo>
                  <a:pt x="1202841" y="2083182"/>
                </a:lnTo>
                <a:lnTo>
                  <a:pt x="1164189" y="2097328"/>
                </a:lnTo>
                <a:cubicBezTo>
                  <a:pt x="1130598" y="2107776"/>
                  <a:pt x="1096298" y="2116618"/>
                  <a:pt x="1061380" y="2123763"/>
                </a:cubicBezTo>
                <a:lnTo>
                  <a:pt x="993945" y="2134055"/>
                </a:lnTo>
                <a:lnTo>
                  <a:pt x="1038331" y="2074698"/>
                </a:lnTo>
                <a:cubicBezTo>
                  <a:pt x="1076889" y="2017626"/>
                  <a:pt x="1110098" y="1956644"/>
                  <a:pt x="1137241" y="1892471"/>
                </a:cubicBezTo>
                <a:lnTo>
                  <a:pt x="1142898" y="1877015"/>
                </a:lnTo>
                <a:lnTo>
                  <a:pt x="1173315" y="1793908"/>
                </a:lnTo>
                <a:cubicBezTo>
                  <a:pt x="1183763" y="1760317"/>
                  <a:pt x="1192605" y="1726017"/>
                  <a:pt x="1199750" y="1691099"/>
                </a:cubicBezTo>
                <a:lnTo>
                  <a:pt x="1202740" y="1671508"/>
                </a:lnTo>
                <a:lnTo>
                  <a:pt x="1216006" y="1584582"/>
                </a:lnTo>
                <a:cubicBezTo>
                  <a:pt x="1219669" y="1548519"/>
                  <a:pt x="1221545" y="1511927"/>
                  <a:pt x="1221545" y="1474897"/>
                </a:cubicBezTo>
                <a:cubicBezTo>
                  <a:pt x="1221545" y="1437867"/>
                  <a:pt x="1219669" y="1401275"/>
                  <a:pt x="1216006" y="1365212"/>
                </a:cubicBezTo>
                <a:lnTo>
                  <a:pt x="1200364" y="1262715"/>
                </a:lnTo>
                <a:lnTo>
                  <a:pt x="1199750" y="1258695"/>
                </a:lnTo>
                <a:cubicBezTo>
                  <a:pt x="1156879" y="1049189"/>
                  <a:pt x="1052937" y="861929"/>
                  <a:pt x="907335" y="716328"/>
                </a:cubicBezTo>
                <a:lnTo>
                  <a:pt x="845178" y="659836"/>
                </a:lnTo>
                <a:lnTo>
                  <a:pt x="831153" y="647089"/>
                </a:lnTo>
                <a:cubicBezTo>
                  <a:pt x="645714" y="494050"/>
                  <a:pt x="407976" y="402118"/>
                  <a:pt x="148766" y="402118"/>
                </a:cubicBezTo>
                <a:cubicBezTo>
                  <a:pt x="111736" y="402118"/>
                  <a:pt x="75145" y="403994"/>
                  <a:pt x="39081" y="407657"/>
                </a:cubicBezTo>
                <a:lnTo>
                  <a:pt x="0" y="413621"/>
                </a:lnTo>
                <a:lnTo>
                  <a:pt x="17370" y="390392"/>
                </a:lnTo>
                <a:cubicBezTo>
                  <a:pt x="214134" y="151970"/>
                  <a:pt x="511909" y="0"/>
                  <a:pt x="845178" y="0"/>
                </a:cubicBezTo>
                <a:close/>
              </a:path>
            </a:pathLst>
          </a:custGeom>
          <a:solidFill>
            <a:srgbClr val="983313"/>
          </a:solidFill>
          <a:ln>
            <a:noFill/>
          </a:ln>
          <a:effectLst>
            <a:innerShdw blurRad="508000">
              <a:prstClr val="black">
                <a:alpha val="50000"/>
              </a:prstClr>
            </a:inn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E1E8BFE6-FC42-FCFD-A85A-03AC81A62E71}"/>
              </a:ext>
            </a:extLst>
          </p:cNvPr>
          <p:cNvSpPr/>
          <p:nvPr/>
        </p:nvSpPr>
        <p:spPr>
          <a:xfrm>
            <a:off x="4326809" y="2758339"/>
            <a:ext cx="1918545" cy="2133965"/>
          </a:xfrm>
          <a:custGeom>
            <a:avLst/>
            <a:gdLst>
              <a:gd name="connsiteX0" fmla="*/ 1072779 w 1918545"/>
              <a:gd name="connsiteY0" fmla="*/ 0 h 2133965"/>
              <a:gd name="connsiteX1" fmla="*/ 1391790 w 1918545"/>
              <a:gd name="connsiteY1" fmla="*/ 48230 h 2133965"/>
              <a:gd name="connsiteX2" fmla="*/ 1414006 w 1918545"/>
              <a:gd name="connsiteY2" fmla="*/ 56361 h 2133965"/>
              <a:gd name="connsiteX3" fmla="*/ 1490353 w 1918545"/>
              <a:gd name="connsiteY3" fmla="*/ 84304 h 2133965"/>
              <a:gd name="connsiteX4" fmla="*/ 1755166 w 1918545"/>
              <a:gd name="connsiteY4" fmla="*/ 244971 h 2133965"/>
              <a:gd name="connsiteX5" fmla="*/ 1769191 w 1918545"/>
              <a:gd name="connsiteY5" fmla="*/ 257718 h 2133965"/>
              <a:gd name="connsiteX6" fmla="*/ 1831348 w 1918545"/>
              <a:gd name="connsiteY6" fmla="*/ 314210 h 2133965"/>
              <a:gd name="connsiteX7" fmla="*/ 1900587 w 1918545"/>
              <a:gd name="connsiteY7" fmla="*/ 390392 h 2133965"/>
              <a:gd name="connsiteX8" fmla="*/ 1918545 w 1918545"/>
              <a:gd name="connsiteY8" fmla="*/ 414407 h 2133965"/>
              <a:gd name="connsiteX9" fmla="*/ 1878876 w 1918545"/>
              <a:gd name="connsiteY9" fmla="*/ 408353 h 2133965"/>
              <a:gd name="connsiteX10" fmla="*/ 1769191 w 1918545"/>
              <a:gd name="connsiteY10" fmla="*/ 402814 h 2133965"/>
              <a:gd name="connsiteX11" fmla="*/ 1659506 w 1918545"/>
              <a:gd name="connsiteY11" fmla="*/ 408353 h 2133965"/>
              <a:gd name="connsiteX12" fmla="*/ 1619837 w 1918545"/>
              <a:gd name="connsiteY12" fmla="*/ 414407 h 2133965"/>
              <a:gd name="connsiteX13" fmla="*/ 1552989 w 1918545"/>
              <a:gd name="connsiteY13" fmla="*/ 424609 h 2133965"/>
              <a:gd name="connsiteX14" fmla="*/ 1450180 w 1918545"/>
              <a:gd name="connsiteY14" fmla="*/ 451044 h 2133965"/>
              <a:gd name="connsiteX15" fmla="*/ 1411629 w 1918545"/>
              <a:gd name="connsiteY15" fmla="*/ 465154 h 2133965"/>
              <a:gd name="connsiteX16" fmla="*/ 1351617 w 1918545"/>
              <a:gd name="connsiteY16" fmla="*/ 487118 h 2133965"/>
              <a:gd name="connsiteX17" fmla="*/ 1086804 w 1918545"/>
              <a:gd name="connsiteY17" fmla="*/ 647785 h 2133965"/>
              <a:gd name="connsiteX18" fmla="*/ 1061251 w 1918545"/>
              <a:gd name="connsiteY18" fmla="*/ 671009 h 2133965"/>
              <a:gd name="connsiteX19" fmla="*/ 1010622 w 1918545"/>
              <a:gd name="connsiteY19" fmla="*/ 717024 h 2133965"/>
              <a:gd name="connsiteX20" fmla="*/ 718207 w 1918545"/>
              <a:gd name="connsiteY20" fmla="*/ 1259391 h 2133965"/>
              <a:gd name="connsiteX21" fmla="*/ 715217 w 1918545"/>
              <a:gd name="connsiteY21" fmla="*/ 1278983 h 2133965"/>
              <a:gd name="connsiteX22" fmla="*/ 701951 w 1918545"/>
              <a:gd name="connsiteY22" fmla="*/ 1365908 h 2133965"/>
              <a:gd name="connsiteX23" fmla="*/ 696412 w 1918545"/>
              <a:gd name="connsiteY23" fmla="*/ 1475593 h 2133965"/>
              <a:gd name="connsiteX24" fmla="*/ 879626 w 1918545"/>
              <a:gd name="connsiteY24" fmla="*/ 2075394 h 2133965"/>
              <a:gd name="connsiteX25" fmla="*/ 923425 w 1918545"/>
              <a:gd name="connsiteY25" fmla="*/ 2133965 h 2133965"/>
              <a:gd name="connsiteX26" fmla="*/ 856577 w 1918545"/>
              <a:gd name="connsiteY26" fmla="*/ 2123763 h 2133965"/>
              <a:gd name="connsiteX27" fmla="*/ 0 w 1918545"/>
              <a:gd name="connsiteY27" fmla="*/ 1072779 h 2133965"/>
              <a:gd name="connsiteX28" fmla="*/ 48230 w 1918545"/>
              <a:gd name="connsiteY28" fmla="*/ 753768 h 2133965"/>
              <a:gd name="connsiteX29" fmla="*/ 78647 w 1918545"/>
              <a:gd name="connsiteY29" fmla="*/ 670661 h 2133965"/>
              <a:gd name="connsiteX30" fmla="*/ 84304 w 1918545"/>
              <a:gd name="connsiteY30" fmla="*/ 655205 h 2133965"/>
              <a:gd name="connsiteX31" fmla="*/ 655205 w 1918545"/>
              <a:gd name="connsiteY31" fmla="*/ 84304 h 2133965"/>
              <a:gd name="connsiteX32" fmla="*/ 715117 w 1918545"/>
              <a:gd name="connsiteY32" fmla="*/ 62377 h 2133965"/>
              <a:gd name="connsiteX33" fmla="*/ 753768 w 1918545"/>
              <a:gd name="connsiteY33" fmla="*/ 48230 h 2133965"/>
              <a:gd name="connsiteX34" fmla="*/ 1072779 w 1918545"/>
              <a:gd name="connsiteY34" fmla="*/ 0 h 2133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18545" h="2133965">
                <a:moveTo>
                  <a:pt x="1072779" y="0"/>
                </a:moveTo>
                <a:cubicBezTo>
                  <a:pt x="1183869" y="0"/>
                  <a:pt x="1291015" y="16886"/>
                  <a:pt x="1391790" y="48230"/>
                </a:cubicBezTo>
                <a:lnTo>
                  <a:pt x="1414006" y="56361"/>
                </a:lnTo>
                <a:lnTo>
                  <a:pt x="1490353" y="84304"/>
                </a:lnTo>
                <a:cubicBezTo>
                  <a:pt x="1586612" y="125019"/>
                  <a:pt x="1675692" y="179383"/>
                  <a:pt x="1755166" y="244971"/>
                </a:cubicBezTo>
                <a:lnTo>
                  <a:pt x="1769191" y="257718"/>
                </a:lnTo>
                <a:lnTo>
                  <a:pt x="1831348" y="314210"/>
                </a:lnTo>
                <a:cubicBezTo>
                  <a:pt x="1855615" y="338477"/>
                  <a:pt x="1878725" y="363901"/>
                  <a:pt x="1900587" y="390392"/>
                </a:cubicBezTo>
                <a:lnTo>
                  <a:pt x="1918545" y="414407"/>
                </a:lnTo>
                <a:lnTo>
                  <a:pt x="1878876" y="408353"/>
                </a:lnTo>
                <a:cubicBezTo>
                  <a:pt x="1842813" y="404690"/>
                  <a:pt x="1806221" y="402814"/>
                  <a:pt x="1769191" y="402814"/>
                </a:cubicBezTo>
                <a:cubicBezTo>
                  <a:pt x="1732161" y="402814"/>
                  <a:pt x="1695570" y="404690"/>
                  <a:pt x="1659506" y="408353"/>
                </a:cubicBezTo>
                <a:lnTo>
                  <a:pt x="1619837" y="414407"/>
                </a:lnTo>
                <a:lnTo>
                  <a:pt x="1552989" y="424609"/>
                </a:lnTo>
                <a:cubicBezTo>
                  <a:pt x="1518071" y="431754"/>
                  <a:pt x="1483772" y="440596"/>
                  <a:pt x="1450180" y="451044"/>
                </a:cubicBezTo>
                <a:lnTo>
                  <a:pt x="1411629" y="465154"/>
                </a:lnTo>
                <a:lnTo>
                  <a:pt x="1351617" y="487118"/>
                </a:lnTo>
                <a:cubicBezTo>
                  <a:pt x="1255358" y="527833"/>
                  <a:pt x="1166278" y="582197"/>
                  <a:pt x="1086804" y="647785"/>
                </a:cubicBezTo>
                <a:lnTo>
                  <a:pt x="1061251" y="671009"/>
                </a:lnTo>
                <a:lnTo>
                  <a:pt x="1010622" y="717024"/>
                </a:lnTo>
                <a:cubicBezTo>
                  <a:pt x="865021" y="862625"/>
                  <a:pt x="761078" y="1049885"/>
                  <a:pt x="718207" y="1259391"/>
                </a:cubicBezTo>
                <a:lnTo>
                  <a:pt x="715217" y="1278983"/>
                </a:lnTo>
                <a:lnTo>
                  <a:pt x="701951" y="1365908"/>
                </a:lnTo>
                <a:cubicBezTo>
                  <a:pt x="698288" y="1401971"/>
                  <a:pt x="696412" y="1438563"/>
                  <a:pt x="696412" y="1475593"/>
                </a:cubicBezTo>
                <a:cubicBezTo>
                  <a:pt x="696412" y="1697773"/>
                  <a:pt x="763954" y="1904177"/>
                  <a:pt x="879626" y="2075394"/>
                </a:cubicBezTo>
                <a:lnTo>
                  <a:pt x="923425" y="2133965"/>
                </a:lnTo>
                <a:lnTo>
                  <a:pt x="856577" y="2123763"/>
                </a:lnTo>
                <a:cubicBezTo>
                  <a:pt x="367730" y="2023730"/>
                  <a:pt x="0" y="1591198"/>
                  <a:pt x="0" y="1072779"/>
                </a:cubicBezTo>
                <a:cubicBezTo>
                  <a:pt x="0" y="961689"/>
                  <a:pt x="16886" y="854543"/>
                  <a:pt x="48230" y="753768"/>
                </a:cubicBezTo>
                <a:lnTo>
                  <a:pt x="78647" y="670661"/>
                </a:lnTo>
                <a:lnTo>
                  <a:pt x="84304" y="655205"/>
                </a:lnTo>
                <a:cubicBezTo>
                  <a:pt x="192876" y="398514"/>
                  <a:pt x="398514" y="192876"/>
                  <a:pt x="655205" y="84304"/>
                </a:cubicBezTo>
                <a:lnTo>
                  <a:pt x="715117" y="62377"/>
                </a:lnTo>
                <a:lnTo>
                  <a:pt x="753768" y="48230"/>
                </a:lnTo>
                <a:cubicBezTo>
                  <a:pt x="854543" y="16886"/>
                  <a:pt x="961689" y="0"/>
                  <a:pt x="1072779" y="0"/>
                </a:cubicBezTo>
                <a:close/>
              </a:path>
            </a:pathLst>
          </a:custGeom>
          <a:solidFill>
            <a:srgbClr val="F29A96"/>
          </a:solidFill>
          <a:ln>
            <a:noFill/>
          </a:ln>
          <a:effectLst>
            <a:innerShdw blurRad="508000">
              <a:prstClr val="black">
                <a:alpha val="50000"/>
              </a:prstClr>
            </a:inn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9DFC97AF-1142-A496-EC01-51A3A8861D61}"/>
              </a:ext>
            </a:extLst>
          </p:cNvPr>
          <p:cNvSpPr/>
          <p:nvPr/>
        </p:nvSpPr>
        <p:spPr>
          <a:xfrm>
            <a:off x="5023221" y="3172746"/>
            <a:ext cx="1918545" cy="2133965"/>
          </a:xfrm>
          <a:custGeom>
            <a:avLst/>
            <a:gdLst>
              <a:gd name="connsiteX0" fmla="*/ 923425 w 1918545"/>
              <a:gd name="connsiteY0" fmla="*/ 0 h 2133965"/>
              <a:gd name="connsiteX1" fmla="*/ 879626 w 1918545"/>
              <a:gd name="connsiteY1" fmla="*/ 58571 h 2133965"/>
              <a:gd name="connsiteX2" fmla="*/ 780716 w 1918545"/>
              <a:gd name="connsiteY2" fmla="*/ 240798 h 2133965"/>
              <a:gd name="connsiteX3" fmla="*/ 775059 w 1918545"/>
              <a:gd name="connsiteY3" fmla="*/ 256254 h 2133965"/>
              <a:gd name="connsiteX4" fmla="*/ 744642 w 1918545"/>
              <a:gd name="connsiteY4" fmla="*/ 339361 h 2133965"/>
              <a:gd name="connsiteX5" fmla="*/ 718207 w 1918545"/>
              <a:gd name="connsiteY5" fmla="*/ 442170 h 2133965"/>
              <a:gd name="connsiteX6" fmla="*/ 715117 w 1918545"/>
              <a:gd name="connsiteY6" fmla="*/ 462421 h 2133965"/>
              <a:gd name="connsiteX7" fmla="*/ 701951 w 1918545"/>
              <a:gd name="connsiteY7" fmla="*/ 548687 h 2133965"/>
              <a:gd name="connsiteX8" fmla="*/ 696412 w 1918545"/>
              <a:gd name="connsiteY8" fmla="*/ 658372 h 2133965"/>
              <a:gd name="connsiteX9" fmla="*/ 701951 w 1918545"/>
              <a:gd name="connsiteY9" fmla="*/ 768057 h 2133965"/>
              <a:gd name="connsiteX10" fmla="*/ 717594 w 1918545"/>
              <a:gd name="connsiteY10" fmla="*/ 870554 h 2133965"/>
              <a:gd name="connsiteX11" fmla="*/ 718207 w 1918545"/>
              <a:gd name="connsiteY11" fmla="*/ 874574 h 2133965"/>
              <a:gd name="connsiteX12" fmla="*/ 1010622 w 1918545"/>
              <a:gd name="connsiteY12" fmla="*/ 1416941 h 2133965"/>
              <a:gd name="connsiteX13" fmla="*/ 1072779 w 1918545"/>
              <a:gd name="connsiteY13" fmla="*/ 1473433 h 2133965"/>
              <a:gd name="connsiteX14" fmla="*/ 1086804 w 1918545"/>
              <a:gd name="connsiteY14" fmla="*/ 1486180 h 2133965"/>
              <a:gd name="connsiteX15" fmla="*/ 1769191 w 1918545"/>
              <a:gd name="connsiteY15" fmla="*/ 1731151 h 2133965"/>
              <a:gd name="connsiteX16" fmla="*/ 1878876 w 1918545"/>
              <a:gd name="connsiteY16" fmla="*/ 1725612 h 2133965"/>
              <a:gd name="connsiteX17" fmla="*/ 1918545 w 1918545"/>
              <a:gd name="connsiteY17" fmla="*/ 1719558 h 2133965"/>
              <a:gd name="connsiteX18" fmla="*/ 1900587 w 1918545"/>
              <a:gd name="connsiteY18" fmla="*/ 1743573 h 2133965"/>
              <a:gd name="connsiteX19" fmla="*/ 1072779 w 1918545"/>
              <a:gd name="connsiteY19" fmla="*/ 2133965 h 2133965"/>
              <a:gd name="connsiteX20" fmla="*/ 244971 w 1918545"/>
              <a:gd name="connsiteY20" fmla="*/ 1743573 h 2133965"/>
              <a:gd name="connsiteX21" fmla="*/ 227013 w 1918545"/>
              <a:gd name="connsiteY21" fmla="*/ 1719558 h 2133965"/>
              <a:gd name="connsiteX22" fmla="*/ 183214 w 1918545"/>
              <a:gd name="connsiteY22" fmla="*/ 1660987 h 2133965"/>
              <a:gd name="connsiteX23" fmla="*/ 0 w 1918545"/>
              <a:gd name="connsiteY23" fmla="*/ 1061186 h 2133965"/>
              <a:gd name="connsiteX24" fmla="*/ 5539 w 1918545"/>
              <a:gd name="connsiteY24" fmla="*/ 951501 h 2133965"/>
              <a:gd name="connsiteX25" fmla="*/ 18805 w 1918545"/>
              <a:gd name="connsiteY25" fmla="*/ 864576 h 2133965"/>
              <a:gd name="connsiteX26" fmla="*/ 21795 w 1918545"/>
              <a:gd name="connsiteY26" fmla="*/ 844984 h 2133965"/>
              <a:gd name="connsiteX27" fmla="*/ 314210 w 1918545"/>
              <a:gd name="connsiteY27" fmla="*/ 302617 h 2133965"/>
              <a:gd name="connsiteX28" fmla="*/ 364839 w 1918545"/>
              <a:gd name="connsiteY28" fmla="*/ 256602 h 2133965"/>
              <a:gd name="connsiteX29" fmla="*/ 390392 w 1918545"/>
              <a:gd name="connsiteY29" fmla="*/ 233378 h 2133965"/>
              <a:gd name="connsiteX30" fmla="*/ 655205 w 1918545"/>
              <a:gd name="connsiteY30" fmla="*/ 72711 h 2133965"/>
              <a:gd name="connsiteX31" fmla="*/ 715217 w 1918545"/>
              <a:gd name="connsiteY31" fmla="*/ 50747 h 2133965"/>
              <a:gd name="connsiteX32" fmla="*/ 753768 w 1918545"/>
              <a:gd name="connsiteY32" fmla="*/ 36637 h 2133965"/>
              <a:gd name="connsiteX33" fmla="*/ 856577 w 1918545"/>
              <a:gd name="connsiteY33" fmla="*/ 10202 h 2133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18545" h="2133965">
                <a:moveTo>
                  <a:pt x="923425" y="0"/>
                </a:moveTo>
                <a:lnTo>
                  <a:pt x="879626" y="58571"/>
                </a:lnTo>
                <a:cubicBezTo>
                  <a:pt x="841069" y="115644"/>
                  <a:pt x="807859" y="176626"/>
                  <a:pt x="780716" y="240798"/>
                </a:cubicBezTo>
                <a:lnTo>
                  <a:pt x="775059" y="256254"/>
                </a:lnTo>
                <a:lnTo>
                  <a:pt x="744642" y="339361"/>
                </a:lnTo>
                <a:cubicBezTo>
                  <a:pt x="734194" y="372953"/>
                  <a:pt x="725353" y="407252"/>
                  <a:pt x="718207" y="442170"/>
                </a:cubicBezTo>
                <a:lnTo>
                  <a:pt x="715117" y="462421"/>
                </a:lnTo>
                <a:lnTo>
                  <a:pt x="701951" y="548687"/>
                </a:lnTo>
                <a:cubicBezTo>
                  <a:pt x="698288" y="584750"/>
                  <a:pt x="696412" y="621342"/>
                  <a:pt x="696412" y="658372"/>
                </a:cubicBezTo>
                <a:cubicBezTo>
                  <a:pt x="696412" y="695402"/>
                  <a:pt x="698288" y="731994"/>
                  <a:pt x="701951" y="768057"/>
                </a:cubicBezTo>
                <a:lnTo>
                  <a:pt x="717594" y="870554"/>
                </a:lnTo>
                <a:lnTo>
                  <a:pt x="718207" y="874574"/>
                </a:lnTo>
                <a:cubicBezTo>
                  <a:pt x="761078" y="1084080"/>
                  <a:pt x="865021" y="1271340"/>
                  <a:pt x="1010622" y="1416941"/>
                </a:cubicBezTo>
                <a:lnTo>
                  <a:pt x="1072779" y="1473433"/>
                </a:lnTo>
                <a:lnTo>
                  <a:pt x="1086804" y="1486180"/>
                </a:lnTo>
                <a:cubicBezTo>
                  <a:pt x="1272244" y="1639219"/>
                  <a:pt x="1509982" y="1731151"/>
                  <a:pt x="1769191" y="1731151"/>
                </a:cubicBezTo>
                <a:cubicBezTo>
                  <a:pt x="1806221" y="1731151"/>
                  <a:pt x="1842813" y="1729275"/>
                  <a:pt x="1878876" y="1725612"/>
                </a:cubicBezTo>
                <a:lnTo>
                  <a:pt x="1918545" y="1719558"/>
                </a:lnTo>
                <a:lnTo>
                  <a:pt x="1900587" y="1743573"/>
                </a:lnTo>
                <a:cubicBezTo>
                  <a:pt x="1703824" y="1981995"/>
                  <a:pt x="1406049" y="2133965"/>
                  <a:pt x="1072779" y="2133965"/>
                </a:cubicBezTo>
                <a:cubicBezTo>
                  <a:pt x="739510" y="2133965"/>
                  <a:pt x="441735" y="1981995"/>
                  <a:pt x="244971" y="1743573"/>
                </a:cubicBezTo>
                <a:lnTo>
                  <a:pt x="227013" y="1719558"/>
                </a:lnTo>
                <a:lnTo>
                  <a:pt x="183214" y="1660987"/>
                </a:lnTo>
                <a:cubicBezTo>
                  <a:pt x="67542" y="1489770"/>
                  <a:pt x="0" y="1283366"/>
                  <a:pt x="0" y="1061186"/>
                </a:cubicBezTo>
                <a:cubicBezTo>
                  <a:pt x="0" y="1024156"/>
                  <a:pt x="1876" y="987564"/>
                  <a:pt x="5539" y="951501"/>
                </a:cubicBezTo>
                <a:lnTo>
                  <a:pt x="18805" y="864576"/>
                </a:lnTo>
                <a:lnTo>
                  <a:pt x="21795" y="844984"/>
                </a:lnTo>
                <a:cubicBezTo>
                  <a:pt x="64666" y="635478"/>
                  <a:pt x="168609" y="448218"/>
                  <a:pt x="314210" y="302617"/>
                </a:cubicBezTo>
                <a:lnTo>
                  <a:pt x="364839" y="256602"/>
                </a:lnTo>
                <a:lnTo>
                  <a:pt x="390392" y="233378"/>
                </a:lnTo>
                <a:cubicBezTo>
                  <a:pt x="469866" y="167790"/>
                  <a:pt x="558946" y="113426"/>
                  <a:pt x="655205" y="72711"/>
                </a:cubicBezTo>
                <a:lnTo>
                  <a:pt x="715217" y="50747"/>
                </a:lnTo>
                <a:lnTo>
                  <a:pt x="753768" y="36637"/>
                </a:lnTo>
                <a:cubicBezTo>
                  <a:pt x="787360" y="26189"/>
                  <a:pt x="821659" y="17347"/>
                  <a:pt x="856577" y="10202"/>
                </a:cubicBezTo>
                <a:close/>
              </a:path>
            </a:pathLst>
          </a:custGeom>
          <a:solidFill>
            <a:srgbClr val="ED776B"/>
          </a:solidFill>
          <a:ln>
            <a:noFill/>
          </a:ln>
          <a:effectLst>
            <a:innerShdw blurRad="508000">
              <a:prstClr val="black">
                <a:alpha val="50000"/>
              </a:prstClr>
            </a:inn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E93527F-5628-CE18-6681-A4239E6F712E}"/>
              </a:ext>
            </a:extLst>
          </p:cNvPr>
          <p:cNvGrpSpPr/>
          <p:nvPr/>
        </p:nvGrpSpPr>
        <p:grpSpPr>
          <a:xfrm>
            <a:off x="278332" y="1551985"/>
            <a:ext cx="3845140" cy="1107996"/>
            <a:chOff x="293970" y="1361487"/>
            <a:chExt cx="3845140" cy="1107996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6AFB8D1-2CAC-8797-4DD3-A3D96477034C}"/>
                </a:ext>
              </a:extLst>
            </p:cNvPr>
            <p:cNvSpPr txBox="1"/>
            <p:nvPr/>
          </p:nvSpPr>
          <p:spPr>
            <a:xfrm>
              <a:off x="293970" y="1515375"/>
              <a:ext cx="3400782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Shubham Kumar Himanshu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1262253979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551BB70-1EE2-E0AB-AB7B-54511E69DDB7}"/>
                </a:ext>
              </a:extLst>
            </p:cNvPr>
            <p:cNvSpPr txBox="1"/>
            <p:nvPr/>
          </p:nvSpPr>
          <p:spPr>
            <a:xfrm>
              <a:off x="3591910" y="1361487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1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AA891A2-0654-B5D5-53A8-308AFF69506A}"/>
              </a:ext>
            </a:extLst>
          </p:cNvPr>
          <p:cNvGrpSpPr/>
          <p:nvPr/>
        </p:nvGrpSpPr>
        <p:grpSpPr>
          <a:xfrm>
            <a:off x="1213690" y="3019713"/>
            <a:ext cx="2900708" cy="1107996"/>
            <a:chOff x="780291" y="1350052"/>
            <a:chExt cx="2900708" cy="1107996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29DBC63-74CC-983C-9F88-3FC775AF0BF0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Aditya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Dharme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1262250178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09AA053-39F4-FE4F-CBC7-059CB8E13743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2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C7C242E-E958-4740-A96D-A05E0D899579}"/>
              </a:ext>
            </a:extLst>
          </p:cNvPr>
          <p:cNvGrpSpPr/>
          <p:nvPr/>
        </p:nvGrpSpPr>
        <p:grpSpPr>
          <a:xfrm>
            <a:off x="1219359" y="4641331"/>
            <a:ext cx="2900708" cy="1107996"/>
            <a:chOff x="780291" y="1350052"/>
            <a:chExt cx="2900708" cy="110799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B2492A1-4AC4-1C9C-2BDB-21840BE1FB2D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Jaideep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Kalekudithi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1262253233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F028019-3D64-63A4-5863-117218A71EE4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3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A9764EE-D76F-1F97-C72F-9E35691E62A7}"/>
              </a:ext>
            </a:extLst>
          </p:cNvPr>
          <p:cNvGrpSpPr/>
          <p:nvPr/>
        </p:nvGrpSpPr>
        <p:grpSpPr>
          <a:xfrm>
            <a:off x="8561603" y="1400105"/>
            <a:ext cx="2900708" cy="1107996"/>
            <a:chOff x="780291" y="1350052"/>
            <a:chExt cx="2900708" cy="1107996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B63BB97B-CEA5-CCCC-F1AD-AAF8A41B441B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Lukesh Bhosale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1262253754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CE54603-3488-DC8E-49C8-B1DDC7879221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4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DFB886E-F46F-88C6-A59F-438A8E7D850C}"/>
              </a:ext>
            </a:extLst>
          </p:cNvPr>
          <p:cNvGrpSpPr/>
          <p:nvPr/>
        </p:nvGrpSpPr>
        <p:grpSpPr>
          <a:xfrm>
            <a:off x="8359189" y="2913760"/>
            <a:ext cx="3103122" cy="1107996"/>
            <a:chOff x="577877" y="1350052"/>
            <a:chExt cx="3103122" cy="110799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1C977DD-159E-C02A-AEBB-96BC53565F23}"/>
                </a:ext>
              </a:extLst>
            </p:cNvPr>
            <p:cNvSpPr txBox="1"/>
            <p:nvPr/>
          </p:nvSpPr>
          <p:spPr>
            <a:xfrm>
              <a:off x="577877" y="1503941"/>
              <a:ext cx="26019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Abhijeet Kadam Patil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1262253319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2E3EB7E-12A6-552A-D95D-6B07AFB8A2E0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5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300A1A5-5283-DF8E-990A-285DEDD69520}"/>
              </a:ext>
            </a:extLst>
          </p:cNvPr>
          <p:cNvSpPr txBox="1"/>
          <p:nvPr/>
        </p:nvSpPr>
        <p:spPr>
          <a:xfrm>
            <a:off x="8617539" y="4641331"/>
            <a:ext cx="239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Faculty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Incharge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Neha ma’am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4E752-D9E3-2729-6635-8D2D954EF3B0}"/>
              </a:ext>
            </a:extLst>
          </p:cNvPr>
          <p:cNvSpPr txBox="1"/>
          <p:nvPr/>
        </p:nvSpPr>
        <p:spPr>
          <a:xfrm>
            <a:off x="1560079" y="-4269317"/>
            <a:ext cx="90718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gradFill>
                  <a:gsLst>
                    <a:gs pos="83000">
                      <a:srgbClr val="FF0000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The Ride </a:t>
            </a:r>
            <a:r>
              <a:rPr lang="en-US" sz="9600" dirty="0">
                <a:gradFill>
                  <a:gsLst>
                    <a:gs pos="95000">
                      <a:srgbClr val="E73A2A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Plus</a:t>
            </a:r>
            <a:endParaRPr lang="en-IN" sz="9600" dirty="0">
              <a:gradFill>
                <a:gsLst>
                  <a:gs pos="95000">
                    <a:srgbClr val="E73A2A"/>
                  </a:gs>
                  <a:gs pos="100000">
                    <a:schemeClr val="tx1"/>
                  </a:gs>
                </a:gsLst>
                <a:path path="circle">
                  <a:fillToRect l="50000" t="50000" r="50000" b="50000"/>
                </a:path>
              </a:gra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DE4DE-32D3-2058-5D71-FD6126CD697D}"/>
              </a:ext>
            </a:extLst>
          </p:cNvPr>
          <p:cNvSpPr txBox="1"/>
          <p:nvPr/>
        </p:nvSpPr>
        <p:spPr>
          <a:xfrm>
            <a:off x="1673880" y="8171303"/>
            <a:ext cx="907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 </a:t>
            </a:r>
            <a:r>
              <a:rPr lang="en-IN" b="1" dirty="0" err="1">
                <a:solidFill>
                  <a:srgbClr val="E73A2A"/>
                </a:soli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</a:rPr>
              <a:t>Analyzing</a:t>
            </a:r>
            <a:r>
              <a:rPr lang="en-IN" b="1" dirty="0">
                <a:solidFill>
                  <a:srgbClr val="E73A2A"/>
                </a:soli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</a:rPr>
              <a:t> Delhi NCR's Transportation Ecosystem</a:t>
            </a:r>
            <a:endParaRPr lang="en-IN" dirty="0">
              <a:solidFill>
                <a:srgbClr val="E73A2A"/>
              </a:soli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EB813B-86C7-8DCF-5710-37A9046E7E10}"/>
              </a:ext>
            </a:extLst>
          </p:cNvPr>
          <p:cNvSpPr txBox="1"/>
          <p:nvPr/>
        </p:nvSpPr>
        <p:spPr>
          <a:xfrm>
            <a:off x="1213690" y="-1280005"/>
            <a:ext cx="357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Introduction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1A8DED-CFA4-266A-78AB-673C6D861945}"/>
              </a:ext>
            </a:extLst>
          </p:cNvPr>
          <p:cNvSpPr txBox="1"/>
          <p:nvPr/>
        </p:nvSpPr>
        <p:spPr>
          <a:xfrm>
            <a:off x="-5943601" y="822281"/>
            <a:ext cx="5523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"The ride-hailing industry has transformed urban mobility, generating massive amounts of data that can provide valuable insights into customer behavior, operational efficiency, and business performance. This project focuses on analyzing ride-booking data from the National Capital Region (NCR) to extract meaningful patterns and business intelligence."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349C37-62DC-D714-70D1-D577AD67A69C}"/>
              </a:ext>
            </a:extLst>
          </p:cNvPr>
          <p:cNvSpPr txBox="1"/>
          <p:nvPr/>
        </p:nvSpPr>
        <p:spPr>
          <a:xfrm>
            <a:off x="24664054" y="2597843"/>
            <a:ext cx="5109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1D8E26-18B6-8661-30A4-7BBCE6035C4E}"/>
              </a:ext>
            </a:extLst>
          </p:cNvPr>
          <p:cNvSpPr txBox="1"/>
          <p:nvPr/>
        </p:nvSpPr>
        <p:spPr>
          <a:xfrm>
            <a:off x="19329316" y="6877727"/>
            <a:ext cx="4912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To develop a comprehensive analytics dashboard that analyzes ride-booking patterns, identifies key performance indicators, uncovers cancellation reasons, optimizes revenue strategies, and provides actionable insights for improving service quality in the ride-hailing ecosystem.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D5639-E7B6-6D69-B87F-9921F1098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92723" y="4881327"/>
            <a:ext cx="6511092" cy="623065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B7254B5-CC43-3881-9962-23A6C28D1D6D}"/>
              </a:ext>
            </a:extLst>
          </p:cNvPr>
          <p:cNvSpPr/>
          <p:nvPr/>
        </p:nvSpPr>
        <p:spPr>
          <a:xfrm>
            <a:off x="10119093" y="-4741209"/>
            <a:ext cx="5974149" cy="6217200"/>
          </a:xfrm>
          <a:prstGeom prst="ellipse">
            <a:avLst/>
          </a:prstGeom>
          <a:solidFill>
            <a:srgbClr val="E1B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4774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E26D-67DD-15EC-98B9-79FCAC29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BEE154D0-0DCC-9FC6-D5E1-699482D2C7EE}"/>
              </a:ext>
            </a:extLst>
          </p:cNvPr>
          <p:cNvSpPr/>
          <p:nvPr/>
        </p:nvSpPr>
        <p:spPr>
          <a:xfrm>
            <a:off x="-268433" y="-356655"/>
            <a:ext cx="12846235" cy="7225452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7711E4B-ED2E-B265-53AB-868E1BEF640A}"/>
              </a:ext>
            </a:extLst>
          </p:cNvPr>
          <p:cNvSpPr txBox="1"/>
          <p:nvPr/>
        </p:nvSpPr>
        <p:spPr>
          <a:xfrm>
            <a:off x="719517" y="-1168030"/>
            <a:ext cx="3942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Arial Black" panose="020B0A04020102020204" pitchFamily="34" charset="0"/>
              </a:rPr>
              <a:t>TEAM MEMBERS</a:t>
            </a:r>
            <a:endParaRPr lang="en-IN" sz="3200" dirty="0">
              <a:solidFill>
                <a:srgbClr val="E73A2A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9C0C0B9-6963-995A-6113-EB72E0C9F304}"/>
              </a:ext>
            </a:extLst>
          </p:cNvPr>
          <p:cNvGrpSpPr/>
          <p:nvPr/>
        </p:nvGrpSpPr>
        <p:grpSpPr>
          <a:xfrm>
            <a:off x="10626913" y="8209779"/>
            <a:ext cx="2145558" cy="1474897"/>
            <a:chOff x="5719633" y="3429000"/>
            <a:chExt cx="2145558" cy="1474897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B204732-68EA-4FB1-D8B3-2A2D77D567D0}"/>
                </a:ext>
              </a:extLst>
            </p:cNvPr>
            <p:cNvSpPr/>
            <p:nvPr/>
          </p:nvSpPr>
          <p:spPr>
            <a:xfrm>
              <a:off x="5719633" y="3429000"/>
              <a:ext cx="2145558" cy="1474897"/>
            </a:xfrm>
            <a:custGeom>
              <a:avLst/>
              <a:gdLst>
                <a:gd name="connsiteX0" fmla="*/ 78647 w 2145558"/>
                <a:gd name="connsiteY0" fmla="*/ 0 h 1474897"/>
                <a:gd name="connsiteX1" fmla="*/ 84304 w 2145558"/>
                <a:gd name="connsiteY1" fmla="*/ 15456 h 1474897"/>
                <a:gd name="connsiteX2" fmla="*/ 183214 w 2145558"/>
                <a:gd name="connsiteY2" fmla="*/ 197683 h 1474897"/>
                <a:gd name="connsiteX3" fmla="*/ 227601 w 2145558"/>
                <a:gd name="connsiteY3" fmla="*/ 257040 h 1474897"/>
                <a:gd name="connsiteX4" fmla="*/ 244971 w 2145558"/>
                <a:gd name="connsiteY4" fmla="*/ 280269 h 1474897"/>
                <a:gd name="connsiteX5" fmla="*/ 314210 w 2145558"/>
                <a:gd name="connsiteY5" fmla="*/ 356451 h 1474897"/>
                <a:gd name="connsiteX6" fmla="*/ 376367 w 2145558"/>
                <a:gd name="connsiteY6" fmla="*/ 412943 h 1474897"/>
                <a:gd name="connsiteX7" fmla="*/ 390392 w 2145558"/>
                <a:gd name="connsiteY7" fmla="*/ 425690 h 1474897"/>
                <a:gd name="connsiteX8" fmla="*/ 655205 w 2145558"/>
                <a:gd name="connsiteY8" fmla="*/ 586357 h 1474897"/>
                <a:gd name="connsiteX9" fmla="*/ 731553 w 2145558"/>
                <a:gd name="connsiteY9" fmla="*/ 614300 h 1474897"/>
                <a:gd name="connsiteX10" fmla="*/ 753768 w 2145558"/>
                <a:gd name="connsiteY10" fmla="*/ 622431 h 1474897"/>
                <a:gd name="connsiteX11" fmla="*/ 1072779 w 2145558"/>
                <a:gd name="connsiteY11" fmla="*/ 670661 h 1474897"/>
                <a:gd name="connsiteX12" fmla="*/ 1391790 w 2145558"/>
                <a:gd name="connsiteY12" fmla="*/ 622431 h 1474897"/>
                <a:gd name="connsiteX13" fmla="*/ 1430341 w 2145558"/>
                <a:gd name="connsiteY13" fmla="*/ 608322 h 1474897"/>
                <a:gd name="connsiteX14" fmla="*/ 1490353 w 2145558"/>
                <a:gd name="connsiteY14" fmla="*/ 586357 h 1474897"/>
                <a:gd name="connsiteX15" fmla="*/ 2061254 w 2145558"/>
                <a:gd name="connsiteY15" fmla="*/ 15456 h 1474897"/>
                <a:gd name="connsiteX16" fmla="*/ 2066911 w 2145558"/>
                <a:gd name="connsiteY16" fmla="*/ 0 h 1474897"/>
                <a:gd name="connsiteX17" fmla="*/ 2097328 w 2145558"/>
                <a:gd name="connsiteY17" fmla="*/ 83107 h 1474897"/>
                <a:gd name="connsiteX18" fmla="*/ 2145558 w 2145558"/>
                <a:gd name="connsiteY18" fmla="*/ 402118 h 1474897"/>
                <a:gd name="connsiteX19" fmla="*/ 1288981 w 2145558"/>
                <a:gd name="connsiteY19" fmla="*/ 1453102 h 1474897"/>
                <a:gd name="connsiteX20" fmla="*/ 1222133 w 2145558"/>
                <a:gd name="connsiteY20" fmla="*/ 1463304 h 1474897"/>
                <a:gd name="connsiteX21" fmla="*/ 1182464 w 2145558"/>
                <a:gd name="connsiteY21" fmla="*/ 1469358 h 1474897"/>
                <a:gd name="connsiteX22" fmla="*/ 1072779 w 2145558"/>
                <a:gd name="connsiteY22" fmla="*/ 1474897 h 1474897"/>
                <a:gd name="connsiteX23" fmla="*/ 390392 w 2145558"/>
                <a:gd name="connsiteY23" fmla="*/ 1229926 h 1474897"/>
                <a:gd name="connsiteX24" fmla="*/ 376367 w 2145558"/>
                <a:gd name="connsiteY24" fmla="*/ 1217179 h 1474897"/>
                <a:gd name="connsiteX25" fmla="*/ 314210 w 2145558"/>
                <a:gd name="connsiteY25" fmla="*/ 1160687 h 1474897"/>
                <a:gd name="connsiteX26" fmla="*/ 21795 w 2145558"/>
                <a:gd name="connsiteY26" fmla="*/ 618320 h 1474897"/>
                <a:gd name="connsiteX27" fmla="*/ 21182 w 2145558"/>
                <a:gd name="connsiteY27" fmla="*/ 614300 h 1474897"/>
                <a:gd name="connsiteX28" fmla="*/ 5539 w 2145558"/>
                <a:gd name="connsiteY28" fmla="*/ 511803 h 1474897"/>
                <a:gd name="connsiteX29" fmla="*/ 0 w 2145558"/>
                <a:gd name="connsiteY29" fmla="*/ 402118 h 1474897"/>
                <a:gd name="connsiteX30" fmla="*/ 5539 w 2145558"/>
                <a:gd name="connsiteY30" fmla="*/ 292433 h 1474897"/>
                <a:gd name="connsiteX31" fmla="*/ 18705 w 2145558"/>
                <a:gd name="connsiteY31" fmla="*/ 206167 h 1474897"/>
                <a:gd name="connsiteX32" fmla="*/ 21795 w 2145558"/>
                <a:gd name="connsiteY32" fmla="*/ 185916 h 1474897"/>
                <a:gd name="connsiteX33" fmla="*/ 48230 w 2145558"/>
                <a:gd name="connsiteY33" fmla="*/ 83107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45558" h="1474897">
                  <a:moveTo>
                    <a:pt x="78647" y="0"/>
                  </a:moveTo>
                  <a:lnTo>
                    <a:pt x="84304" y="15456"/>
                  </a:lnTo>
                  <a:cubicBezTo>
                    <a:pt x="111447" y="79629"/>
                    <a:pt x="144657" y="140611"/>
                    <a:pt x="183214" y="197683"/>
                  </a:cubicBezTo>
                  <a:lnTo>
                    <a:pt x="227601" y="257040"/>
                  </a:lnTo>
                  <a:lnTo>
                    <a:pt x="244971" y="280269"/>
                  </a:lnTo>
                  <a:cubicBezTo>
                    <a:pt x="266834" y="306760"/>
                    <a:pt x="289943" y="332184"/>
                    <a:pt x="314210" y="356451"/>
                  </a:cubicBezTo>
                  <a:lnTo>
                    <a:pt x="376367" y="412943"/>
                  </a:lnTo>
                  <a:lnTo>
                    <a:pt x="390392" y="425690"/>
                  </a:lnTo>
                  <a:cubicBezTo>
                    <a:pt x="469866" y="491278"/>
                    <a:pt x="558946" y="545643"/>
                    <a:pt x="655205" y="586357"/>
                  </a:cubicBezTo>
                  <a:lnTo>
                    <a:pt x="731553" y="614300"/>
                  </a:lnTo>
                  <a:lnTo>
                    <a:pt x="753768" y="622431"/>
                  </a:lnTo>
                  <a:cubicBezTo>
                    <a:pt x="854543" y="653776"/>
                    <a:pt x="961689" y="670661"/>
                    <a:pt x="1072779" y="670661"/>
                  </a:cubicBezTo>
                  <a:cubicBezTo>
                    <a:pt x="1183869" y="670661"/>
                    <a:pt x="1291015" y="653776"/>
                    <a:pt x="1391790" y="622431"/>
                  </a:cubicBezTo>
                  <a:lnTo>
                    <a:pt x="1430341" y="608322"/>
                  </a:lnTo>
                  <a:lnTo>
                    <a:pt x="1490353" y="586357"/>
                  </a:lnTo>
                  <a:cubicBezTo>
                    <a:pt x="1747044" y="477786"/>
                    <a:pt x="1952683" y="272147"/>
                    <a:pt x="2061254" y="15456"/>
                  </a:cubicBezTo>
                  <a:lnTo>
                    <a:pt x="2066911" y="0"/>
                  </a:lnTo>
                  <a:lnTo>
                    <a:pt x="2097328" y="83107"/>
                  </a:lnTo>
                  <a:cubicBezTo>
                    <a:pt x="2128673" y="183882"/>
                    <a:pt x="2145558" y="291028"/>
                    <a:pt x="2145558" y="402118"/>
                  </a:cubicBezTo>
                  <a:cubicBezTo>
                    <a:pt x="2145558" y="920537"/>
                    <a:pt x="1777829" y="1353069"/>
                    <a:pt x="1288981" y="1453102"/>
                  </a:cubicBezTo>
                  <a:lnTo>
                    <a:pt x="1222133" y="1463304"/>
                  </a:lnTo>
                  <a:lnTo>
                    <a:pt x="1182464" y="1469358"/>
                  </a:lnTo>
                  <a:cubicBezTo>
                    <a:pt x="1146401" y="1473021"/>
                    <a:pt x="1109809" y="1474897"/>
                    <a:pt x="1072779" y="1474897"/>
                  </a:cubicBezTo>
                  <a:cubicBezTo>
                    <a:pt x="813570" y="1474897"/>
                    <a:pt x="575832" y="1382965"/>
                    <a:pt x="390392" y="1229926"/>
                  </a:cubicBezTo>
                  <a:lnTo>
                    <a:pt x="376367" y="1217179"/>
                  </a:lnTo>
                  <a:lnTo>
                    <a:pt x="314210" y="1160687"/>
                  </a:lnTo>
                  <a:cubicBezTo>
                    <a:pt x="168609" y="1015086"/>
                    <a:pt x="64666" y="827826"/>
                    <a:pt x="21795" y="618320"/>
                  </a:cubicBezTo>
                  <a:lnTo>
                    <a:pt x="21182" y="614300"/>
                  </a:lnTo>
                  <a:lnTo>
                    <a:pt x="5539" y="511803"/>
                  </a:lnTo>
                  <a:cubicBezTo>
                    <a:pt x="1876" y="475740"/>
                    <a:pt x="0" y="439148"/>
                    <a:pt x="0" y="402118"/>
                  </a:cubicBezTo>
                  <a:cubicBezTo>
                    <a:pt x="0" y="365088"/>
                    <a:pt x="1876" y="328496"/>
                    <a:pt x="5539" y="292433"/>
                  </a:cubicBezTo>
                  <a:lnTo>
                    <a:pt x="18705" y="206167"/>
                  </a:lnTo>
                  <a:lnTo>
                    <a:pt x="21795" y="185916"/>
                  </a:lnTo>
                  <a:cubicBezTo>
                    <a:pt x="28941" y="150998"/>
                    <a:pt x="37782" y="116699"/>
                    <a:pt x="48230" y="83107"/>
                  </a:cubicBezTo>
                  <a:close/>
                </a:path>
              </a:pathLst>
            </a:custGeom>
            <a:solidFill>
              <a:srgbClr val="E73A2A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7" name="Graphic 106" descr="Classroom with solid fill">
              <a:extLst>
                <a:ext uri="{FF2B5EF4-FFF2-40B4-BE49-F238E27FC236}">
                  <a16:creationId xmlns:a16="http://schemas.microsoft.com/office/drawing/2014/main" id="{5270CEF5-4529-4805-8895-E89117F77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6977" y="3955691"/>
              <a:ext cx="547200" cy="547200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D34570B-AD6B-497C-B084-B672237A9EC4}"/>
              </a:ext>
            </a:extLst>
          </p:cNvPr>
          <p:cNvGrpSpPr/>
          <p:nvPr/>
        </p:nvGrpSpPr>
        <p:grpSpPr>
          <a:xfrm>
            <a:off x="11731441" y="-2659857"/>
            <a:ext cx="1917957" cy="2134055"/>
            <a:chOff x="5947234" y="1965606"/>
            <a:chExt cx="1917957" cy="2134055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E852257-9521-E8C9-4130-771923A944AC}"/>
                </a:ext>
              </a:extLst>
            </p:cNvPr>
            <p:cNvSpPr/>
            <p:nvPr/>
          </p:nvSpPr>
          <p:spPr>
            <a:xfrm>
              <a:off x="5947234" y="1965606"/>
              <a:ext cx="1917957" cy="2134055"/>
            </a:xfrm>
            <a:custGeom>
              <a:avLst/>
              <a:gdLst>
                <a:gd name="connsiteX0" fmla="*/ 993945 w 1917957"/>
                <a:gd name="connsiteY0" fmla="*/ 0 h 2134055"/>
                <a:gd name="connsiteX1" fmla="*/ 1061380 w 1917957"/>
                <a:gd name="connsiteY1" fmla="*/ 10292 h 2134055"/>
                <a:gd name="connsiteX2" fmla="*/ 1917957 w 1917957"/>
                <a:gd name="connsiteY2" fmla="*/ 1061276 h 2134055"/>
                <a:gd name="connsiteX3" fmla="*/ 1869727 w 1917957"/>
                <a:gd name="connsiteY3" fmla="*/ 1380287 h 2134055"/>
                <a:gd name="connsiteX4" fmla="*/ 1839310 w 1917957"/>
                <a:gd name="connsiteY4" fmla="*/ 1463394 h 2134055"/>
                <a:gd name="connsiteX5" fmla="*/ 1833653 w 1917957"/>
                <a:gd name="connsiteY5" fmla="*/ 1478850 h 2134055"/>
                <a:gd name="connsiteX6" fmla="*/ 1262752 w 1917957"/>
                <a:gd name="connsiteY6" fmla="*/ 2049751 h 2134055"/>
                <a:gd name="connsiteX7" fmla="*/ 1202740 w 1917957"/>
                <a:gd name="connsiteY7" fmla="*/ 2071716 h 2134055"/>
                <a:gd name="connsiteX8" fmla="*/ 1164189 w 1917957"/>
                <a:gd name="connsiteY8" fmla="*/ 2085825 h 2134055"/>
                <a:gd name="connsiteX9" fmla="*/ 845178 w 1917957"/>
                <a:gd name="connsiteY9" fmla="*/ 2134055 h 2134055"/>
                <a:gd name="connsiteX10" fmla="*/ 526167 w 1917957"/>
                <a:gd name="connsiteY10" fmla="*/ 2085825 h 2134055"/>
                <a:gd name="connsiteX11" fmla="*/ 503952 w 1917957"/>
                <a:gd name="connsiteY11" fmla="*/ 2077694 h 2134055"/>
                <a:gd name="connsiteX12" fmla="*/ 427604 w 1917957"/>
                <a:gd name="connsiteY12" fmla="*/ 2049751 h 2134055"/>
                <a:gd name="connsiteX13" fmla="*/ 162791 w 1917957"/>
                <a:gd name="connsiteY13" fmla="*/ 1889084 h 2134055"/>
                <a:gd name="connsiteX14" fmla="*/ 148766 w 1917957"/>
                <a:gd name="connsiteY14" fmla="*/ 1876337 h 2134055"/>
                <a:gd name="connsiteX15" fmla="*/ 86609 w 1917957"/>
                <a:gd name="connsiteY15" fmla="*/ 1819845 h 2134055"/>
                <a:gd name="connsiteX16" fmla="*/ 17370 w 1917957"/>
                <a:gd name="connsiteY16" fmla="*/ 1743663 h 2134055"/>
                <a:gd name="connsiteX17" fmla="*/ 0 w 1917957"/>
                <a:gd name="connsiteY17" fmla="*/ 1720434 h 2134055"/>
                <a:gd name="connsiteX18" fmla="*/ 39081 w 1917957"/>
                <a:gd name="connsiteY18" fmla="*/ 1726398 h 2134055"/>
                <a:gd name="connsiteX19" fmla="*/ 148766 w 1917957"/>
                <a:gd name="connsiteY19" fmla="*/ 1731937 h 2134055"/>
                <a:gd name="connsiteX20" fmla="*/ 258451 w 1917957"/>
                <a:gd name="connsiteY20" fmla="*/ 1726398 h 2134055"/>
                <a:gd name="connsiteX21" fmla="*/ 297533 w 1917957"/>
                <a:gd name="connsiteY21" fmla="*/ 1720434 h 2134055"/>
                <a:gd name="connsiteX22" fmla="*/ 364968 w 1917957"/>
                <a:gd name="connsiteY22" fmla="*/ 1710142 h 2134055"/>
                <a:gd name="connsiteX23" fmla="*/ 467777 w 1917957"/>
                <a:gd name="connsiteY23" fmla="*/ 1683707 h 2134055"/>
                <a:gd name="connsiteX24" fmla="*/ 506429 w 1917957"/>
                <a:gd name="connsiteY24" fmla="*/ 1669561 h 2134055"/>
                <a:gd name="connsiteX25" fmla="*/ 566340 w 1917957"/>
                <a:gd name="connsiteY25" fmla="*/ 1647633 h 2134055"/>
                <a:gd name="connsiteX26" fmla="*/ 831153 w 1917957"/>
                <a:gd name="connsiteY26" fmla="*/ 1486966 h 2134055"/>
                <a:gd name="connsiteX27" fmla="*/ 856706 w 1917957"/>
                <a:gd name="connsiteY27" fmla="*/ 1463742 h 2134055"/>
                <a:gd name="connsiteX28" fmla="*/ 907335 w 1917957"/>
                <a:gd name="connsiteY28" fmla="*/ 1417727 h 2134055"/>
                <a:gd name="connsiteX29" fmla="*/ 1199750 w 1917957"/>
                <a:gd name="connsiteY29" fmla="*/ 875360 h 2134055"/>
                <a:gd name="connsiteX30" fmla="*/ 1202841 w 1917957"/>
                <a:gd name="connsiteY30" fmla="*/ 855110 h 2134055"/>
                <a:gd name="connsiteX31" fmla="*/ 1216006 w 1917957"/>
                <a:gd name="connsiteY31" fmla="*/ 768843 h 2134055"/>
                <a:gd name="connsiteX32" fmla="*/ 1221545 w 1917957"/>
                <a:gd name="connsiteY32" fmla="*/ 659158 h 2134055"/>
                <a:gd name="connsiteX33" fmla="*/ 1038331 w 1917957"/>
                <a:gd name="connsiteY33" fmla="*/ 59357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7957" h="2134055">
                  <a:moveTo>
                    <a:pt x="993945" y="0"/>
                  </a:moveTo>
                  <a:lnTo>
                    <a:pt x="1061380" y="10292"/>
                  </a:lnTo>
                  <a:cubicBezTo>
                    <a:pt x="1550228" y="110325"/>
                    <a:pt x="1917957" y="542857"/>
                    <a:pt x="1917957" y="1061276"/>
                  </a:cubicBezTo>
                  <a:cubicBezTo>
                    <a:pt x="1917957" y="1172366"/>
                    <a:pt x="1901072" y="1279512"/>
                    <a:pt x="1869727" y="1380287"/>
                  </a:cubicBezTo>
                  <a:lnTo>
                    <a:pt x="1839310" y="1463394"/>
                  </a:lnTo>
                  <a:lnTo>
                    <a:pt x="1833653" y="1478850"/>
                  </a:lnTo>
                  <a:cubicBezTo>
                    <a:pt x="1725082" y="1735541"/>
                    <a:pt x="1519443" y="1941180"/>
                    <a:pt x="1262752" y="2049751"/>
                  </a:cubicBezTo>
                  <a:lnTo>
                    <a:pt x="1202740" y="2071716"/>
                  </a:lnTo>
                  <a:lnTo>
                    <a:pt x="1164189" y="2085825"/>
                  </a:lnTo>
                  <a:cubicBezTo>
                    <a:pt x="1063414" y="2117170"/>
                    <a:pt x="956268" y="2134055"/>
                    <a:pt x="845178" y="2134055"/>
                  </a:cubicBezTo>
                  <a:cubicBezTo>
                    <a:pt x="734088" y="2134055"/>
                    <a:pt x="626942" y="2117170"/>
                    <a:pt x="526167" y="2085825"/>
                  </a:cubicBezTo>
                  <a:lnTo>
                    <a:pt x="503952" y="2077694"/>
                  </a:lnTo>
                  <a:lnTo>
                    <a:pt x="427604" y="2049751"/>
                  </a:lnTo>
                  <a:cubicBezTo>
                    <a:pt x="331345" y="2009037"/>
                    <a:pt x="242265" y="1954672"/>
                    <a:pt x="162791" y="1889084"/>
                  </a:cubicBezTo>
                  <a:lnTo>
                    <a:pt x="148766" y="1876337"/>
                  </a:lnTo>
                  <a:lnTo>
                    <a:pt x="86609" y="1819845"/>
                  </a:lnTo>
                  <a:cubicBezTo>
                    <a:pt x="62342" y="1795578"/>
                    <a:pt x="39233" y="1770154"/>
                    <a:pt x="17370" y="1743663"/>
                  </a:cubicBezTo>
                  <a:lnTo>
                    <a:pt x="0" y="1720434"/>
                  </a:lnTo>
                  <a:lnTo>
                    <a:pt x="39081" y="1726398"/>
                  </a:lnTo>
                  <a:cubicBezTo>
                    <a:pt x="75145" y="1730061"/>
                    <a:pt x="111736" y="1731937"/>
                    <a:pt x="148766" y="1731937"/>
                  </a:cubicBezTo>
                  <a:cubicBezTo>
                    <a:pt x="185796" y="1731937"/>
                    <a:pt x="222388" y="1730061"/>
                    <a:pt x="258451" y="1726398"/>
                  </a:cubicBezTo>
                  <a:lnTo>
                    <a:pt x="297533" y="1720434"/>
                  </a:lnTo>
                  <a:lnTo>
                    <a:pt x="364968" y="1710142"/>
                  </a:lnTo>
                  <a:cubicBezTo>
                    <a:pt x="399886" y="1702997"/>
                    <a:pt x="434186" y="1694155"/>
                    <a:pt x="467777" y="1683707"/>
                  </a:cubicBezTo>
                  <a:lnTo>
                    <a:pt x="506429" y="1669561"/>
                  </a:lnTo>
                  <a:lnTo>
                    <a:pt x="566340" y="1647633"/>
                  </a:lnTo>
                  <a:cubicBezTo>
                    <a:pt x="662599" y="1606919"/>
                    <a:pt x="751679" y="1552554"/>
                    <a:pt x="831153" y="1486966"/>
                  </a:cubicBezTo>
                  <a:lnTo>
                    <a:pt x="856706" y="1463742"/>
                  </a:lnTo>
                  <a:lnTo>
                    <a:pt x="907335" y="1417727"/>
                  </a:lnTo>
                  <a:cubicBezTo>
                    <a:pt x="1052937" y="1272126"/>
                    <a:pt x="1156879" y="1084866"/>
                    <a:pt x="1199750" y="875360"/>
                  </a:cubicBezTo>
                  <a:lnTo>
                    <a:pt x="1202841" y="855110"/>
                  </a:lnTo>
                  <a:lnTo>
                    <a:pt x="1216006" y="768843"/>
                  </a:lnTo>
                  <a:cubicBezTo>
                    <a:pt x="1219669" y="732780"/>
                    <a:pt x="1221545" y="696188"/>
                    <a:pt x="1221545" y="659158"/>
                  </a:cubicBezTo>
                  <a:cubicBezTo>
                    <a:pt x="1221545" y="436979"/>
                    <a:pt x="1154003" y="230574"/>
                    <a:pt x="1038331" y="59357"/>
                  </a:cubicBezTo>
                  <a:close/>
                </a:path>
              </a:pathLst>
            </a:custGeom>
            <a:solidFill>
              <a:srgbClr val="B5361D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09" name="Graphic 108" descr="Graduation cap with solid fill">
              <a:extLst>
                <a:ext uri="{FF2B5EF4-FFF2-40B4-BE49-F238E27FC236}">
                  <a16:creationId xmlns:a16="http://schemas.microsoft.com/office/drawing/2014/main" id="{10170A0D-49B0-8FB0-BA22-9754D8006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64124" y="22660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1505859-EE29-20A5-3290-7C0BF6F3D9F2}"/>
              </a:ext>
            </a:extLst>
          </p:cNvPr>
          <p:cNvGrpSpPr/>
          <p:nvPr/>
        </p:nvGrpSpPr>
        <p:grpSpPr>
          <a:xfrm>
            <a:off x="-2643979" y="-1658507"/>
            <a:ext cx="2145558" cy="1474897"/>
            <a:chOff x="4326808" y="1954103"/>
            <a:chExt cx="2145558" cy="1474897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BF6F4CB-8D93-9A78-C5CD-B46C95A2AC60}"/>
                </a:ext>
              </a:extLst>
            </p:cNvPr>
            <p:cNvSpPr/>
            <p:nvPr/>
          </p:nvSpPr>
          <p:spPr>
            <a:xfrm>
              <a:off x="4326808" y="1954103"/>
              <a:ext cx="2145558" cy="1474897"/>
            </a:xfrm>
            <a:custGeom>
              <a:avLst/>
              <a:gdLst>
                <a:gd name="connsiteX0" fmla="*/ 1072779 w 2145558"/>
                <a:gd name="connsiteY0" fmla="*/ 0 h 1474897"/>
                <a:gd name="connsiteX1" fmla="*/ 1755166 w 2145558"/>
                <a:gd name="connsiteY1" fmla="*/ 244971 h 1474897"/>
                <a:gd name="connsiteX2" fmla="*/ 1769191 w 2145558"/>
                <a:gd name="connsiteY2" fmla="*/ 257718 h 1474897"/>
                <a:gd name="connsiteX3" fmla="*/ 1831348 w 2145558"/>
                <a:gd name="connsiteY3" fmla="*/ 314210 h 1474897"/>
                <a:gd name="connsiteX4" fmla="*/ 2123763 w 2145558"/>
                <a:gd name="connsiteY4" fmla="*/ 856577 h 1474897"/>
                <a:gd name="connsiteX5" fmla="*/ 2124377 w 2145558"/>
                <a:gd name="connsiteY5" fmla="*/ 860597 h 1474897"/>
                <a:gd name="connsiteX6" fmla="*/ 2140019 w 2145558"/>
                <a:gd name="connsiteY6" fmla="*/ 963094 h 1474897"/>
                <a:gd name="connsiteX7" fmla="*/ 2145558 w 2145558"/>
                <a:gd name="connsiteY7" fmla="*/ 1072779 h 1474897"/>
                <a:gd name="connsiteX8" fmla="*/ 2140019 w 2145558"/>
                <a:gd name="connsiteY8" fmla="*/ 1182464 h 1474897"/>
                <a:gd name="connsiteX9" fmla="*/ 2126753 w 2145558"/>
                <a:gd name="connsiteY9" fmla="*/ 1269390 h 1474897"/>
                <a:gd name="connsiteX10" fmla="*/ 2123763 w 2145558"/>
                <a:gd name="connsiteY10" fmla="*/ 1288981 h 1474897"/>
                <a:gd name="connsiteX11" fmla="*/ 2097328 w 2145558"/>
                <a:gd name="connsiteY11" fmla="*/ 1391790 h 1474897"/>
                <a:gd name="connsiteX12" fmla="*/ 2066911 w 2145558"/>
                <a:gd name="connsiteY12" fmla="*/ 1474897 h 1474897"/>
                <a:gd name="connsiteX13" fmla="*/ 2061254 w 2145558"/>
                <a:gd name="connsiteY13" fmla="*/ 1459441 h 1474897"/>
                <a:gd name="connsiteX14" fmla="*/ 1962344 w 2145558"/>
                <a:gd name="connsiteY14" fmla="*/ 1277214 h 1474897"/>
                <a:gd name="connsiteX15" fmla="*/ 1918545 w 2145558"/>
                <a:gd name="connsiteY15" fmla="*/ 1218643 h 1474897"/>
                <a:gd name="connsiteX16" fmla="*/ 1900587 w 2145558"/>
                <a:gd name="connsiteY16" fmla="*/ 1194628 h 1474897"/>
                <a:gd name="connsiteX17" fmla="*/ 1831348 w 2145558"/>
                <a:gd name="connsiteY17" fmla="*/ 1118446 h 1474897"/>
                <a:gd name="connsiteX18" fmla="*/ 1769191 w 2145558"/>
                <a:gd name="connsiteY18" fmla="*/ 1061954 h 1474897"/>
                <a:gd name="connsiteX19" fmla="*/ 1755166 w 2145558"/>
                <a:gd name="connsiteY19" fmla="*/ 1049207 h 1474897"/>
                <a:gd name="connsiteX20" fmla="*/ 1490353 w 2145558"/>
                <a:gd name="connsiteY20" fmla="*/ 888540 h 1474897"/>
                <a:gd name="connsiteX21" fmla="*/ 1414006 w 2145558"/>
                <a:gd name="connsiteY21" fmla="*/ 860597 h 1474897"/>
                <a:gd name="connsiteX22" fmla="*/ 1391790 w 2145558"/>
                <a:gd name="connsiteY22" fmla="*/ 852466 h 1474897"/>
                <a:gd name="connsiteX23" fmla="*/ 1072779 w 2145558"/>
                <a:gd name="connsiteY23" fmla="*/ 804236 h 1474897"/>
                <a:gd name="connsiteX24" fmla="*/ 753768 w 2145558"/>
                <a:gd name="connsiteY24" fmla="*/ 852466 h 1474897"/>
                <a:gd name="connsiteX25" fmla="*/ 715117 w 2145558"/>
                <a:gd name="connsiteY25" fmla="*/ 866613 h 1474897"/>
                <a:gd name="connsiteX26" fmla="*/ 655205 w 2145558"/>
                <a:gd name="connsiteY26" fmla="*/ 888540 h 1474897"/>
                <a:gd name="connsiteX27" fmla="*/ 84304 w 2145558"/>
                <a:gd name="connsiteY27" fmla="*/ 1459441 h 1474897"/>
                <a:gd name="connsiteX28" fmla="*/ 78647 w 2145558"/>
                <a:gd name="connsiteY28" fmla="*/ 1474897 h 1474897"/>
                <a:gd name="connsiteX29" fmla="*/ 48230 w 2145558"/>
                <a:gd name="connsiteY29" fmla="*/ 1391790 h 1474897"/>
                <a:gd name="connsiteX30" fmla="*/ 0 w 2145558"/>
                <a:gd name="connsiteY30" fmla="*/ 1072779 h 1474897"/>
                <a:gd name="connsiteX31" fmla="*/ 856577 w 2145558"/>
                <a:gd name="connsiteY31" fmla="*/ 21795 h 1474897"/>
                <a:gd name="connsiteX32" fmla="*/ 924013 w 2145558"/>
                <a:gd name="connsiteY32" fmla="*/ 11503 h 1474897"/>
                <a:gd name="connsiteX33" fmla="*/ 963094 w 2145558"/>
                <a:gd name="connsiteY33" fmla="*/ 5539 h 1474897"/>
                <a:gd name="connsiteX34" fmla="*/ 1072779 w 2145558"/>
                <a:gd name="connsiteY34" fmla="*/ 0 h 147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45558" h="1474897">
                  <a:moveTo>
                    <a:pt x="1072779" y="0"/>
                  </a:moveTo>
                  <a:cubicBezTo>
                    <a:pt x="1331989" y="0"/>
                    <a:pt x="1569727" y="91932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976950" y="459811"/>
                    <a:pt x="2080892" y="647071"/>
                    <a:pt x="2123763" y="856577"/>
                  </a:cubicBezTo>
                  <a:lnTo>
                    <a:pt x="2124377" y="860597"/>
                  </a:lnTo>
                  <a:lnTo>
                    <a:pt x="2140019" y="963094"/>
                  </a:lnTo>
                  <a:cubicBezTo>
                    <a:pt x="2143682" y="999157"/>
                    <a:pt x="2145558" y="1035749"/>
                    <a:pt x="2145558" y="1072779"/>
                  </a:cubicBezTo>
                  <a:cubicBezTo>
                    <a:pt x="2145558" y="1109809"/>
                    <a:pt x="2143682" y="1146401"/>
                    <a:pt x="2140019" y="1182464"/>
                  </a:cubicBezTo>
                  <a:lnTo>
                    <a:pt x="2126753" y="1269390"/>
                  </a:lnTo>
                  <a:lnTo>
                    <a:pt x="2123763" y="1288981"/>
                  </a:lnTo>
                  <a:cubicBezTo>
                    <a:pt x="2116618" y="1323899"/>
                    <a:pt x="2107776" y="1358199"/>
                    <a:pt x="2097328" y="1391790"/>
                  </a:cubicBezTo>
                  <a:lnTo>
                    <a:pt x="2066911" y="1474897"/>
                  </a:lnTo>
                  <a:lnTo>
                    <a:pt x="2061254" y="1459441"/>
                  </a:lnTo>
                  <a:cubicBezTo>
                    <a:pt x="2034111" y="1395269"/>
                    <a:pt x="2000902" y="1334287"/>
                    <a:pt x="1962344" y="1277214"/>
                  </a:cubicBezTo>
                  <a:lnTo>
                    <a:pt x="1918545" y="1218643"/>
                  </a:lnTo>
                  <a:lnTo>
                    <a:pt x="1900587" y="1194628"/>
                  </a:lnTo>
                  <a:cubicBezTo>
                    <a:pt x="1878725" y="1168137"/>
                    <a:pt x="1855615" y="1142713"/>
                    <a:pt x="1831348" y="1118446"/>
                  </a:cubicBezTo>
                  <a:lnTo>
                    <a:pt x="1769191" y="1061954"/>
                  </a:lnTo>
                  <a:lnTo>
                    <a:pt x="1755166" y="1049207"/>
                  </a:lnTo>
                  <a:cubicBezTo>
                    <a:pt x="1675692" y="983619"/>
                    <a:pt x="1586612" y="929255"/>
                    <a:pt x="1490353" y="888540"/>
                  </a:cubicBezTo>
                  <a:lnTo>
                    <a:pt x="1414006" y="860597"/>
                  </a:lnTo>
                  <a:lnTo>
                    <a:pt x="1391790" y="852466"/>
                  </a:lnTo>
                  <a:cubicBezTo>
                    <a:pt x="1291015" y="821122"/>
                    <a:pt x="1183869" y="804236"/>
                    <a:pt x="1072779" y="804236"/>
                  </a:cubicBezTo>
                  <a:cubicBezTo>
                    <a:pt x="961689" y="804236"/>
                    <a:pt x="854543" y="821122"/>
                    <a:pt x="753768" y="852466"/>
                  </a:cubicBezTo>
                  <a:lnTo>
                    <a:pt x="715117" y="866613"/>
                  </a:lnTo>
                  <a:lnTo>
                    <a:pt x="655205" y="888540"/>
                  </a:lnTo>
                  <a:cubicBezTo>
                    <a:pt x="398514" y="997112"/>
                    <a:pt x="192876" y="1202750"/>
                    <a:pt x="84304" y="1459441"/>
                  </a:cubicBezTo>
                  <a:lnTo>
                    <a:pt x="78647" y="1474897"/>
                  </a:lnTo>
                  <a:lnTo>
                    <a:pt x="48230" y="1391790"/>
                  </a:lnTo>
                  <a:cubicBezTo>
                    <a:pt x="16886" y="1291015"/>
                    <a:pt x="0" y="1183869"/>
                    <a:pt x="0" y="1072779"/>
                  </a:cubicBezTo>
                  <a:cubicBezTo>
                    <a:pt x="0" y="554360"/>
                    <a:pt x="367730" y="121828"/>
                    <a:pt x="856577" y="21795"/>
                  </a:cubicBezTo>
                  <a:lnTo>
                    <a:pt x="924013" y="11503"/>
                  </a:lnTo>
                  <a:lnTo>
                    <a:pt x="963094" y="5539"/>
                  </a:lnTo>
                  <a:cubicBezTo>
                    <a:pt x="999158" y="1876"/>
                    <a:pt x="1035749" y="0"/>
                    <a:pt x="1072779" y="0"/>
                  </a:cubicBezTo>
                  <a:close/>
                </a:path>
              </a:pathLst>
            </a:custGeom>
            <a:solidFill>
              <a:srgbClr val="F6C1B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0" name="Graphic 109" descr="Graduation cap with solid fill">
              <a:extLst>
                <a:ext uri="{FF2B5EF4-FFF2-40B4-BE49-F238E27FC236}">
                  <a16:creationId xmlns:a16="http://schemas.microsoft.com/office/drawing/2014/main" id="{D4023B88-A8A9-6738-82B7-E53D44315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87998" y="2539608"/>
              <a:ext cx="547200" cy="547200"/>
            </a:xfrm>
            <a:prstGeom prst="rect">
              <a:avLst/>
            </a:prstGeom>
          </p:spPr>
        </p:pic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8E29853-C89A-19E2-A26F-D360ED54D84B}"/>
              </a:ext>
            </a:extLst>
          </p:cNvPr>
          <p:cNvGrpSpPr/>
          <p:nvPr/>
        </p:nvGrpSpPr>
        <p:grpSpPr>
          <a:xfrm>
            <a:off x="5137021" y="-3178419"/>
            <a:ext cx="1917957" cy="2146997"/>
            <a:chOff x="5250822" y="1539043"/>
            <a:chExt cx="1917957" cy="2146997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308D8DB-9410-CEA2-8CA4-22E3BC77F6BD}"/>
                </a:ext>
              </a:extLst>
            </p:cNvPr>
            <p:cNvSpPr/>
            <p:nvPr/>
          </p:nvSpPr>
          <p:spPr>
            <a:xfrm>
              <a:off x="5250822" y="1551985"/>
              <a:ext cx="1917957" cy="2134055"/>
            </a:xfrm>
            <a:custGeom>
              <a:avLst/>
              <a:gdLst>
                <a:gd name="connsiteX0" fmla="*/ 845178 w 1917957"/>
                <a:gd name="connsiteY0" fmla="*/ 0 h 2134055"/>
                <a:gd name="connsiteX1" fmla="*/ 1672986 w 1917957"/>
                <a:gd name="connsiteY1" fmla="*/ 390392 h 2134055"/>
                <a:gd name="connsiteX2" fmla="*/ 1690357 w 1917957"/>
                <a:gd name="connsiteY2" fmla="*/ 413621 h 2134055"/>
                <a:gd name="connsiteX3" fmla="*/ 1734743 w 1917957"/>
                <a:gd name="connsiteY3" fmla="*/ 472978 h 2134055"/>
                <a:gd name="connsiteX4" fmla="*/ 1917957 w 1917957"/>
                <a:gd name="connsiteY4" fmla="*/ 1072779 h 2134055"/>
                <a:gd name="connsiteX5" fmla="*/ 1912418 w 1917957"/>
                <a:gd name="connsiteY5" fmla="*/ 1182464 h 2134055"/>
                <a:gd name="connsiteX6" fmla="*/ 1899253 w 1917957"/>
                <a:gd name="connsiteY6" fmla="*/ 1268731 h 2134055"/>
                <a:gd name="connsiteX7" fmla="*/ 1896162 w 1917957"/>
                <a:gd name="connsiteY7" fmla="*/ 1288981 h 2134055"/>
                <a:gd name="connsiteX8" fmla="*/ 1603747 w 1917957"/>
                <a:gd name="connsiteY8" fmla="*/ 1831348 h 2134055"/>
                <a:gd name="connsiteX9" fmla="*/ 1553118 w 1917957"/>
                <a:gd name="connsiteY9" fmla="*/ 1877363 h 2134055"/>
                <a:gd name="connsiteX10" fmla="*/ 1527565 w 1917957"/>
                <a:gd name="connsiteY10" fmla="*/ 1900587 h 2134055"/>
                <a:gd name="connsiteX11" fmla="*/ 1262752 w 1917957"/>
                <a:gd name="connsiteY11" fmla="*/ 2061254 h 2134055"/>
                <a:gd name="connsiteX12" fmla="*/ 1202841 w 1917957"/>
                <a:gd name="connsiteY12" fmla="*/ 2083182 h 2134055"/>
                <a:gd name="connsiteX13" fmla="*/ 1164189 w 1917957"/>
                <a:gd name="connsiteY13" fmla="*/ 2097328 h 2134055"/>
                <a:gd name="connsiteX14" fmla="*/ 1061380 w 1917957"/>
                <a:gd name="connsiteY14" fmla="*/ 2123763 h 2134055"/>
                <a:gd name="connsiteX15" fmla="*/ 993945 w 1917957"/>
                <a:gd name="connsiteY15" fmla="*/ 2134055 h 2134055"/>
                <a:gd name="connsiteX16" fmla="*/ 1038331 w 1917957"/>
                <a:gd name="connsiteY16" fmla="*/ 2074698 h 2134055"/>
                <a:gd name="connsiteX17" fmla="*/ 1137241 w 1917957"/>
                <a:gd name="connsiteY17" fmla="*/ 1892471 h 2134055"/>
                <a:gd name="connsiteX18" fmla="*/ 1142898 w 1917957"/>
                <a:gd name="connsiteY18" fmla="*/ 1877015 h 2134055"/>
                <a:gd name="connsiteX19" fmla="*/ 1173315 w 1917957"/>
                <a:gd name="connsiteY19" fmla="*/ 1793908 h 2134055"/>
                <a:gd name="connsiteX20" fmla="*/ 1199750 w 1917957"/>
                <a:gd name="connsiteY20" fmla="*/ 1691099 h 2134055"/>
                <a:gd name="connsiteX21" fmla="*/ 1202740 w 1917957"/>
                <a:gd name="connsiteY21" fmla="*/ 1671508 h 2134055"/>
                <a:gd name="connsiteX22" fmla="*/ 1216006 w 1917957"/>
                <a:gd name="connsiteY22" fmla="*/ 1584582 h 2134055"/>
                <a:gd name="connsiteX23" fmla="*/ 1221545 w 1917957"/>
                <a:gd name="connsiteY23" fmla="*/ 1474897 h 2134055"/>
                <a:gd name="connsiteX24" fmla="*/ 1216006 w 1917957"/>
                <a:gd name="connsiteY24" fmla="*/ 1365212 h 2134055"/>
                <a:gd name="connsiteX25" fmla="*/ 1200364 w 1917957"/>
                <a:gd name="connsiteY25" fmla="*/ 1262715 h 2134055"/>
                <a:gd name="connsiteX26" fmla="*/ 1199750 w 1917957"/>
                <a:gd name="connsiteY26" fmla="*/ 1258695 h 2134055"/>
                <a:gd name="connsiteX27" fmla="*/ 907335 w 1917957"/>
                <a:gd name="connsiteY27" fmla="*/ 716328 h 2134055"/>
                <a:gd name="connsiteX28" fmla="*/ 845178 w 1917957"/>
                <a:gd name="connsiteY28" fmla="*/ 659836 h 2134055"/>
                <a:gd name="connsiteX29" fmla="*/ 831153 w 1917957"/>
                <a:gd name="connsiteY29" fmla="*/ 647089 h 2134055"/>
                <a:gd name="connsiteX30" fmla="*/ 148766 w 1917957"/>
                <a:gd name="connsiteY30" fmla="*/ 402118 h 2134055"/>
                <a:gd name="connsiteX31" fmla="*/ 39081 w 1917957"/>
                <a:gd name="connsiteY31" fmla="*/ 407657 h 2134055"/>
                <a:gd name="connsiteX32" fmla="*/ 0 w 1917957"/>
                <a:gd name="connsiteY32" fmla="*/ 413621 h 2134055"/>
                <a:gd name="connsiteX33" fmla="*/ 17370 w 1917957"/>
                <a:gd name="connsiteY33" fmla="*/ 390392 h 2134055"/>
                <a:gd name="connsiteX34" fmla="*/ 845178 w 1917957"/>
                <a:gd name="connsiteY34" fmla="*/ 0 h 21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7957" h="2134055">
                  <a:moveTo>
                    <a:pt x="845178" y="0"/>
                  </a:moveTo>
                  <a:cubicBezTo>
                    <a:pt x="1178448" y="0"/>
                    <a:pt x="1476223" y="151970"/>
                    <a:pt x="1672986" y="390392"/>
                  </a:cubicBezTo>
                  <a:lnTo>
                    <a:pt x="1690357" y="413621"/>
                  </a:lnTo>
                  <a:lnTo>
                    <a:pt x="1734743" y="472978"/>
                  </a:lnTo>
                  <a:cubicBezTo>
                    <a:pt x="1850415" y="644195"/>
                    <a:pt x="1917957" y="850600"/>
                    <a:pt x="1917957" y="1072779"/>
                  </a:cubicBezTo>
                  <a:cubicBezTo>
                    <a:pt x="1917957" y="1109809"/>
                    <a:pt x="1916081" y="1146401"/>
                    <a:pt x="1912418" y="1182464"/>
                  </a:cubicBezTo>
                  <a:lnTo>
                    <a:pt x="1899253" y="1268731"/>
                  </a:lnTo>
                  <a:lnTo>
                    <a:pt x="1896162" y="1288981"/>
                  </a:lnTo>
                  <a:cubicBezTo>
                    <a:pt x="1853291" y="1498487"/>
                    <a:pt x="1749349" y="1685747"/>
                    <a:pt x="1603747" y="1831348"/>
                  </a:cubicBezTo>
                  <a:lnTo>
                    <a:pt x="1553118" y="1877363"/>
                  </a:lnTo>
                  <a:lnTo>
                    <a:pt x="1527565" y="1900587"/>
                  </a:lnTo>
                  <a:cubicBezTo>
                    <a:pt x="1448091" y="1966175"/>
                    <a:pt x="1359011" y="2020540"/>
                    <a:pt x="1262752" y="2061254"/>
                  </a:cubicBezTo>
                  <a:lnTo>
                    <a:pt x="1202841" y="2083182"/>
                  </a:lnTo>
                  <a:lnTo>
                    <a:pt x="1164189" y="2097328"/>
                  </a:lnTo>
                  <a:cubicBezTo>
                    <a:pt x="1130598" y="2107776"/>
                    <a:pt x="1096298" y="2116618"/>
                    <a:pt x="1061380" y="2123763"/>
                  </a:cubicBezTo>
                  <a:lnTo>
                    <a:pt x="993945" y="2134055"/>
                  </a:lnTo>
                  <a:lnTo>
                    <a:pt x="1038331" y="2074698"/>
                  </a:lnTo>
                  <a:cubicBezTo>
                    <a:pt x="1076889" y="2017626"/>
                    <a:pt x="1110098" y="1956644"/>
                    <a:pt x="1137241" y="1892471"/>
                  </a:cubicBezTo>
                  <a:lnTo>
                    <a:pt x="1142898" y="1877015"/>
                  </a:lnTo>
                  <a:lnTo>
                    <a:pt x="1173315" y="1793908"/>
                  </a:lnTo>
                  <a:cubicBezTo>
                    <a:pt x="1183763" y="1760317"/>
                    <a:pt x="1192605" y="1726017"/>
                    <a:pt x="1199750" y="1691099"/>
                  </a:cubicBezTo>
                  <a:lnTo>
                    <a:pt x="1202740" y="1671508"/>
                  </a:lnTo>
                  <a:lnTo>
                    <a:pt x="1216006" y="1584582"/>
                  </a:lnTo>
                  <a:cubicBezTo>
                    <a:pt x="1219669" y="1548519"/>
                    <a:pt x="1221545" y="1511927"/>
                    <a:pt x="1221545" y="1474897"/>
                  </a:cubicBezTo>
                  <a:cubicBezTo>
                    <a:pt x="1221545" y="1437867"/>
                    <a:pt x="1219669" y="1401275"/>
                    <a:pt x="1216006" y="1365212"/>
                  </a:cubicBezTo>
                  <a:lnTo>
                    <a:pt x="1200364" y="1262715"/>
                  </a:lnTo>
                  <a:lnTo>
                    <a:pt x="1199750" y="1258695"/>
                  </a:lnTo>
                  <a:cubicBezTo>
                    <a:pt x="1156879" y="1049189"/>
                    <a:pt x="1052937" y="861929"/>
                    <a:pt x="907335" y="716328"/>
                  </a:cubicBezTo>
                  <a:lnTo>
                    <a:pt x="845178" y="659836"/>
                  </a:lnTo>
                  <a:lnTo>
                    <a:pt x="831153" y="647089"/>
                  </a:lnTo>
                  <a:cubicBezTo>
                    <a:pt x="645714" y="494050"/>
                    <a:pt x="407976" y="402118"/>
                    <a:pt x="148766" y="402118"/>
                  </a:cubicBezTo>
                  <a:cubicBezTo>
                    <a:pt x="111736" y="402118"/>
                    <a:pt x="75145" y="403994"/>
                    <a:pt x="39081" y="407657"/>
                  </a:cubicBezTo>
                  <a:lnTo>
                    <a:pt x="0" y="413621"/>
                  </a:lnTo>
                  <a:lnTo>
                    <a:pt x="17370" y="390392"/>
                  </a:lnTo>
                  <a:cubicBezTo>
                    <a:pt x="214134" y="151970"/>
                    <a:pt x="511909" y="0"/>
                    <a:pt x="845178" y="0"/>
                  </a:cubicBezTo>
                  <a:close/>
                </a:path>
              </a:pathLst>
            </a:custGeom>
            <a:solidFill>
              <a:srgbClr val="983313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1" name="Graphic 110" descr="Graduation cap with solid fill">
              <a:extLst>
                <a:ext uri="{FF2B5EF4-FFF2-40B4-BE49-F238E27FC236}">
                  <a16:creationId xmlns:a16="http://schemas.microsoft.com/office/drawing/2014/main" id="{CB32C6D3-F019-40CC-C935-C1C5D1C28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59834" y="1539043"/>
              <a:ext cx="547200" cy="547200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BDA5A02-33D3-021E-816D-40DE736CC11D}"/>
              </a:ext>
            </a:extLst>
          </p:cNvPr>
          <p:cNvGrpSpPr/>
          <p:nvPr/>
        </p:nvGrpSpPr>
        <p:grpSpPr>
          <a:xfrm>
            <a:off x="-2449497" y="4267324"/>
            <a:ext cx="1918545" cy="2133965"/>
            <a:chOff x="4326809" y="2758339"/>
            <a:chExt cx="1918545" cy="2133965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E57D3D2-DCE3-DD48-DAAE-59A07B63D541}"/>
                </a:ext>
              </a:extLst>
            </p:cNvPr>
            <p:cNvSpPr/>
            <p:nvPr/>
          </p:nvSpPr>
          <p:spPr>
            <a:xfrm>
              <a:off x="4326809" y="2758339"/>
              <a:ext cx="1918545" cy="2133965"/>
            </a:xfrm>
            <a:custGeom>
              <a:avLst/>
              <a:gdLst>
                <a:gd name="connsiteX0" fmla="*/ 1072779 w 1918545"/>
                <a:gd name="connsiteY0" fmla="*/ 0 h 2133965"/>
                <a:gd name="connsiteX1" fmla="*/ 1391790 w 1918545"/>
                <a:gd name="connsiteY1" fmla="*/ 48230 h 2133965"/>
                <a:gd name="connsiteX2" fmla="*/ 1414006 w 1918545"/>
                <a:gd name="connsiteY2" fmla="*/ 56361 h 2133965"/>
                <a:gd name="connsiteX3" fmla="*/ 1490353 w 1918545"/>
                <a:gd name="connsiteY3" fmla="*/ 84304 h 2133965"/>
                <a:gd name="connsiteX4" fmla="*/ 1755166 w 1918545"/>
                <a:gd name="connsiteY4" fmla="*/ 244971 h 2133965"/>
                <a:gd name="connsiteX5" fmla="*/ 1769191 w 1918545"/>
                <a:gd name="connsiteY5" fmla="*/ 257718 h 2133965"/>
                <a:gd name="connsiteX6" fmla="*/ 1831348 w 1918545"/>
                <a:gd name="connsiteY6" fmla="*/ 314210 h 2133965"/>
                <a:gd name="connsiteX7" fmla="*/ 1900587 w 1918545"/>
                <a:gd name="connsiteY7" fmla="*/ 390392 h 2133965"/>
                <a:gd name="connsiteX8" fmla="*/ 1918545 w 1918545"/>
                <a:gd name="connsiteY8" fmla="*/ 414407 h 2133965"/>
                <a:gd name="connsiteX9" fmla="*/ 1878876 w 1918545"/>
                <a:gd name="connsiteY9" fmla="*/ 408353 h 2133965"/>
                <a:gd name="connsiteX10" fmla="*/ 1769191 w 1918545"/>
                <a:gd name="connsiteY10" fmla="*/ 402814 h 2133965"/>
                <a:gd name="connsiteX11" fmla="*/ 1659506 w 1918545"/>
                <a:gd name="connsiteY11" fmla="*/ 408353 h 2133965"/>
                <a:gd name="connsiteX12" fmla="*/ 1619837 w 1918545"/>
                <a:gd name="connsiteY12" fmla="*/ 414407 h 2133965"/>
                <a:gd name="connsiteX13" fmla="*/ 1552989 w 1918545"/>
                <a:gd name="connsiteY13" fmla="*/ 424609 h 2133965"/>
                <a:gd name="connsiteX14" fmla="*/ 1450180 w 1918545"/>
                <a:gd name="connsiteY14" fmla="*/ 451044 h 2133965"/>
                <a:gd name="connsiteX15" fmla="*/ 1411629 w 1918545"/>
                <a:gd name="connsiteY15" fmla="*/ 465154 h 2133965"/>
                <a:gd name="connsiteX16" fmla="*/ 1351617 w 1918545"/>
                <a:gd name="connsiteY16" fmla="*/ 487118 h 2133965"/>
                <a:gd name="connsiteX17" fmla="*/ 1086804 w 1918545"/>
                <a:gd name="connsiteY17" fmla="*/ 647785 h 2133965"/>
                <a:gd name="connsiteX18" fmla="*/ 1061251 w 1918545"/>
                <a:gd name="connsiteY18" fmla="*/ 671009 h 2133965"/>
                <a:gd name="connsiteX19" fmla="*/ 1010622 w 1918545"/>
                <a:gd name="connsiteY19" fmla="*/ 717024 h 2133965"/>
                <a:gd name="connsiteX20" fmla="*/ 718207 w 1918545"/>
                <a:gd name="connsiteY20" fmla="*/ 1259391 h 2133965"/>
                <a:gd name="connsiteX21" fmla="*/ 715217 w 1918545"/>
                <a:gd name="connsiteY21" fmla="*/ 1278983 h 2133965"/>
                <a:gd name="connsiteX22" fmla="*/ 701951 w 1918545"/>
                <a:gd name="connsiteY22" fmla="*/ 1365908 h 2133965"/>
                <a:gd name="connsiteX23" fmla="*/ 696412 w 1918545"/>
                <a:gd name="connsiteY23" fmla="*/ 1475593 h 2133965"/>
                <a:gd name="connsiteX24" fmla="*/ 879626 w 1918545"/>
                <a:gd name="connsiteY24" fmla="*/ 2075394 h 2133965"/>
                <a:gd name="connsiteX25" fmla="*/ 923425 w 1918545"/>
                <a:gd name="connsiteY25" fmla="*/ 2133965 h 2133965"/>
                <a:gd name="connsiteX26" fmla="*/ 856577 w 1918545"/>
                <a:gd name="connsiteY26" fmla="*/ 2123763 h 2133965"/>
                <a:gd name="connsiteX27" fmla="*/ 0 w 1918545"/>
                <a:gd name="connsiteY27" fmla="*/ 1072779 h 2133965"/>
                <a:gd name="connsiteX28" fmla="*/ 48230 w 1918545"/>
                <a:gd name="connsiteY28" fmla="*/ 753768 h 2133965"/>
                <a:gd name="connsiteX29" fmla="*/ 78647 w 1918545"/>
                <a:gd name="connsiteY29" fmla="*/ 670661 h 2133965"/>
                <a:gd name="connsiteX30" fmla="*/ 84304 w 1918545"/>
                <a:gd name="connsiteY30" fmla="*/ 655205 h 2133965"/>
                <a:gd name="connsiteX31" fmla="*/ 655205 w 1918545"/>
                <a:gd name="connsiteY31" fmla="*/ 84304 h 2133965"/>
                <a:gd name="connsiteX32" fmla="*/ 715117 w 1918545"/>
                <a:gd name="connsiteY32" fmla="*/ 62377 h 2133965"/>
                <a:gd name="connsiteX33" fmla="*/ 753768 w 1918545"/>
                <a:gd name="connsiteY33" fmla="*/ 48230 h 2133965"/>
                <a:gd name="connsiteX34" fmla="*/ 1072779 w 1918545"/>
                <a:gd name="connsiteY34" fmla="*/ 0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18545" h="2133965">
                  <a:moveTo>
                    <a:pt x="1072779" y="0"/>
                  </a:moveTo>
                  <a:cubicBezTo>
                    <a:pt x="1183869" y="0"/>
                    <a:pt x="1291015" y="16886"/>
                    <a:pt x="1391790" y="48230"/>
                  </a:cubicBezTo>
                  <a:lnTo>
                    <a:pt x="1414006" y="56361"/>
                  </a:lnTo>
                  <a:lnTo>
                    <a:pt x="1490353" y="84304"/>
                  </a:lnTo>
                  <a:cubicBezTo>
                    <a:pt x="1586612" y="125019"/>
                    <a:pt x="1675692" y="179383"/>
                    <a:pt x="1755166" y="244971"/>
                  </a:cubicBezTo>
                  <a:lnTo>
                    <a:pt x="1769191" y="257718"/>
                  </a:lnTo>
                  <a:lnTo>
                    <a:pt x="1831348" y="314210"/>
                  </a:lnTo>
                  <a:cubicBezTo>
                    <a:pt x="1855615" y="338477"/>
                    <a:pt x="1878725" y="363901"/>
                    <a:pt x="1900587" y="390392"/>
                  </a:cubicBezTo>
                  <a:lnTo>
                    <a:pt x="1918545" y="414407"/>
                  </a:lnTo>
                  <a:lnTo>
                    <a:pt x="1878876" y="408353"/>
                  </a:lnTo>
                  <a:cubicBezTo>
                    <a:pt x="1842813" y="404690"/>
                    <a:pt x="1806221" y="402814"/>
                    <a:pt x="1769191" y="402814"/>
                  </a:cubicBezTo>
                  <a:cubicBezTo>
                    <a:pt x="1732161" y="402814"/>
                    <a:pt x="1695570" y="404690"/>
                    <a:pt x="1659506" y="408353"/>
                  </a:cubicBezTo>
                  <a:lnTo>
                    <a:pt x="1619837" y="414407"/>
                  </a:lnTo>
                  <a:lnTo>
                    <a:pt x="1552989" y="424609"/>
                  </a:lnTo>
                  <a:cubicBezTo>
                    <a:pt x="1518071" y="431754"/>
                    <a:pt x="1483772" y="440596"/>
                    <a:pt x="1450180" y="451044"/>
                  </a:cubicBezTo>
                  <a:lnTo>
                    <a:pt x="1411629" y="465154"/>
                  </a:lnTo>
                  <a:lnTo>
                    <a:pt x="1351617" y="487118"/>
                  </a:lnTo>
                  <a:cubicBezTo>
                    <a:pt x="1255358" y="527833"/>
                    <a:pt x="1166278" y="582197"/>
                    <a:pt x="1086804" y="647785"/>
                  </a:cubicBezTo>
                  <a:lnTo>
                    <a:pt x="1061251" y="671009"/>
                  </a:lnTo>
                  <a:lnTo>
                    <a:pt x="1010622" y="717024"/>
                  </a:lnTo>
                  <a:cubicBezTo>
                    <a:pt x="865021" y="862625"/>
                    <a:pt x="761078" y="1049885"/>
                    <a:pt x="718207" y="1259391"/>
                  </a:cubicBezTo>
                  <a:lnTo>
                    <a:pt x="715217" y="1278983"/>
                  </a:lnTo>
                  <a:lnTo>
                    <a:pt x="701951" y="1365908"/>
                  </a:lnTo>
                  <a:cubicBezTo>
                    <a:pt x="698288" y="1401971"/>
                    <a:pt x="696412" y="1438563"/>
                    <a:pt x="696412" y="1475593"/>
                  </a:cubicBezTo>
                  <a:cubicBezTo>
                    <a:pt x="696412" y="1697773"/>
                    <a:pt x="763954" y="1904177"/>
                    <a:pt x="879626" y="2075394"/>
                  </a:cubicBezTo>
                  <a:lnTo>
                    <a:pt x="923425" y="2133965"/>
                  </a:lnTo>
                  <a:lnTo>
                    <a:pt x="856577" y="2123763"/>
                  </a:lnTo>
                  <a:cubicBezTo>
                    <a:pt x="367730" y="2023730"/>
                    <a:pt x="0" y="1591198"/>
                    <a:pt x="0" y="1072779"/>
                  </a:cubicBezTo>
                  <a:cubicBezTo>
                    <a:pt x="0" y="961689"/>
                    <a:pt x="16886" y="854543"/>
                    <a:pt x="48230" y="753768"/>
                  </a:cubicBezTo>
                  <a:lnTo>
                    <a:pt x="78647" y="670661"/>
                  </a:lnTo>
                  <a:lnTo>
                    <a:pt x="84304" y="655205"/>
                  </a:lnTo>
                  <a:cubicBezTo>
                    <a:pt x="192876" y="398514"/>
                    <a:pt x="398514" y="192876"/>
                    <a:pt x="655205" y="84304"/>
                  </a:cubicBezTo>
                  <a:lnTo>
                    <a:pt x="715117" y="62377"/>
                  </a:lnTo>
                  <a:lnTo>
                    <a:pt x="753768" y="48230"/>
                  </a:lnTo>
                  <a:cubicBezTo>
                    <a:pt x="854543" y="16886"/>
                    <a:pt x="961689" y="0"/>
                    <a:pt x="1072779" y="0"/>
                  </a:cubicBezTo>
                  <a:close/>
                </a:path>
              </a:pathLst>
            </a:custGeom>
            <a:solidFill>
              <a:srgbClr val="F29A96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19" name="Graphic 118" descr="Graduation cap with solid fill">
              <a:extLst>
                <a:ext uri="{FF2B5EF4-FFF2-40B4-BE49-F238E27FC236}">
                  <a16:creationId xmlns:a16="http://schemas.microsoft.com/office/drawing/2014/main" id="{B1258C05-BF11-623B-CA72-DBD3080DE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76021" y="4123505"/>
              <a:ext cx="547200" cy="547200"/>
            </a:xfrm>
            <a:prstGeom prst="rect">
              <a:avLst/>
            </a:prstGeom>
          </p:spPr>
        </p:pic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DB76A64-129F-3B5D-2AD7-82AD531E3D0C}"/>
              </a:ext>
            </a:extLst>
          </p:cNvPr>
          <p:cNvGrpSpPr/>
          <p:nvPr/>
        </p:nvGrpSpPr>
        <p:grpSpPr>
          <a:xfrm>
            <a:off x="5366914" y="8200966"/>
            <a:ext cx="1918545" cy="2133965"/>
            <a:chOff x="5023221" y="3172746"/>
            <a:chExt cx="1918545" cy="2133965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43DBE30-687E-0365-C097-99FB9C62FC64}"/>
                </a:ext>
              </a:extLst>
            </p:cNvPr>
            <p:cNvSpPr/>
            <p:nvPr/>
          </p:nvSpPr>
          <p:spPr>
            <a:xfrm>
              <a:off x="5023221" y="3172746"/>
              <a:ext cx="1918545" cy="2133965"/>
            </a:xfrm>
            <a:custGeom>
              <a:avLst/>
              <a:gdLst>
                <a:gd name="connsiteX0" fmla="*/ 923425 w 1918545"/>
                <a:gd name="connsiteY0" fmla="*/ 0 h 2133965"/>
                <a:gd name="connsiteX1" fmla="*/ 879626 w 1918545"/>
                <a:gd name="connsiteY1" fmla="*/ 58571 h 2133965"/>
                <a:gd name="connsiteX2" fmla="*/ 780716 w 1918545"/>
                <a:gd name="connsiteY2" fmla="*/ 240798 h 2133965"/>
                <a:gd name="connsiteX3" fmla="*/ 775059 w 1918545"/>
                <a:gd name="connsiteY3" fmla="*/ 256254 h 2133965"/>
                <a:gd name="connsiteX4" fmla="*/ 744642 w 1918545"/>
                <a:gd name="connsiteY4" fmla="*/ 339361 h 2133965"/>
                <a:gd name="connsiteX5" fmla="*/ 718207 w 1918545"/>
                <a:gd name="connsiteY5" fmla="*/ 442170 h 2133965"/>
                <a:gd name="connsiteX6" fmla="*/ 715117 w 1918545"/>
                <a:gd name="connsiteY6" fmla="*/ 462421 h 2133965"/>
                <a:gd name="connsiteX7" fmla="*/ 701951 w 1918545"/>
                <a:gd name="connsiteY7" fmla="*/ 548687 h 2133965"/>
                <a:gd name="connsiteX8" fmla="*/ 696412 w 1918545"/>
                <a:gd name="connsiteY8" fmla="*/ 658372 h 2133965"/>
                <a:gd name="connsiteX9" fmla="*/ 701951 w 1918545"/>
                <a:gd name="connsiteY9" fmla="*/ 768057 h 2133965"/>
                <a:gd name="connsiteX10" fmla="*/ 717594 w 1918545"/>
                <a:gd name="connsiteY10" fmla="*/ 870554 h 2133965"/>
                <a:gd name="connsiteX11" fmla="*/ 718207 w 1918545"/>
                <a:gd name="connsiteY11" fmla="*/ 874574 h 2133965"/>
                <a:gd name="connsiteX12" fmla="*/ 1010622 w 1918545"/>
                <a:gd name="connsiteY12" fmla="*/ 1416941 h 2133965"/>
                <a:gd name="connsiteX13" fmla="*/ 1072779 w 1918545"/>
                <a:gd name="connsiteY13" fmla="*/ 1473433 h 2133965"/>
                <a:gd name="connsiteX14" fmla="*/ 1086804 w 1918545"/>
                <a:gd name="connsiteY14" fmla="*/ 1486180 h 2133965"/>
                <a:gd name="connsiteX15" fmla="*/ 1769191 w 1918545"/>
                <a:gd name="connsiteY15" fmla="*/ 1731151 h 2133965"/>
                <a:gd name="connsiteX16" fmla="*/ 1878876 w 1918545"/>
                <a:gd name="connsiteY16" fmla="*/ 1725612 h 2133965"/>
                <a:gd name="connsiteX17" fmla="*/ 1918545 w 1918545"/>
                <a:gd name="connsiteY17" fmla="*/ 1719558 h 2133965"/>
                <a:gd name="connsiteX18" fmla="*/ 1900587 w 1918545"/>
                <a:gd name="connsiteY18" fmla="*/ 1743573 h 2133965"/>
                <a:gd name="connsiteX19" fmla="*/ 1072779 w 1918545"/>
                <a:gd name="connsiteY19" fmla="*/ 2133965 h 2133965"/>
                <a:gd name="connsiteX20" fmla="*/ 244971 w 1918545"/>
                <a:gd name="connsiteY20" fmla="*/ 1743573 h 2133965"/>
                <a:gd name="connsiteX21" fmla="*/ 227013 w 1918545"/>
                <a:gd name="connsiteY21" fmla="*/ 1719558 h 2133965"/>
                <a:gd name="connsiteX22" fmla="*/ 183214 w 1918545"/>
                <a:gd name="connsiteY22" fmla="*/ 1660987 h 2133965"/>
                <a:gd name="connsiteX23" fmla="*/ 0 w 1918545"/>
                <a:gd name="connsiteY23" fmla="*/ 1061186 h 2133965"/>
                <a:gd name="connsiteX24" fmla="*/ 5539 w 1918545"/>
                <a:gd name="connsiteY24" fmla="*/ 951501 h 2133965"/>
                <a:gd name="connsiteX25" fmla="*/ 18805 w 1918545"/>
                <a:gd name="connsiteY25" fmla="*/ 864576 h 2133965"/>
                <a:gd name="connsiteX26" fmla="*/ 21795 w 1918545"/>
                <a:gd name="connsiteY26" fmla="*/ 844984 h 2133965"/>
                <a:gd name="connsiteX27" fmla="*/ 314210 w 1918545"/>
                <a:gd name="connsiteY27" fmla="*/ 302617 h 2133965"/>
                <a:gd name="connsiteX28" fmla="*/ 364839 w 1918545"/>
                <a:gd name="connsiteY28" fmla="*/ 256602 h 2133965"/>
                <a:gd name="connsiteX29" fmla="*/ 390392 w 1918545"/>
                <a:gd name="connsiteY29" fmla="*/ 233378 h 2133965"/>
                <a:gd name="connsiteX30" fmla="*/ 655205 w 1918545"/>
                <a:gd name="connsiteY30" fmla="*/ 72711 h 2133965"/>
                <a:gd name="connsiteX31" fmla="*/ 715217 w 1918545"/>
                <a:gd name="connsiteY31" fmla="*/ 50747 h 2133965"/>
                <a:gd name="connsiteX32" fmla="*/ 753768 w 1918545"/>
                <a:gd name="connsiteY32" fmla="*/ 36637 h 2133965"/>
                <a:gd name="connsiteX33" fmla="*/ 856577 w 1918545"/>
                <a:gd name="connsiteY33" fmla="*/ 10202 h 2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18545" h="2133965">
                  <a:moveTo>
                    <a:pt x="923425" y="0"/>
                  </a:moveTo>
                  <a:lnTo>
                    <a:pt x="879626" y="58571"/>
                  </a:lnTo>
                  <a:cubicBezTo>
                    <a:pt x="841069" y="115644"/>
                    <a:pt x="807859" y="176626"/>
                    <a:pt x="780716" y="240798"/>
                  </a:cubicBezTo>
                  <a:lnTo>
                    <a:pt x="775059" y="256254"/>
                  </a:lnTo>
                  <a:lnTo>
                    <a:pt x="744642" y="339361"/>
                  </a:lnTo>
                  <a:cubicBezTo>
                    <a:pt x="734194" y="372953"/>
                    <a:pt x="725353" y="407252"/>
                    <a:pt x="718207" y="442170"/>
                  </a:cubicBezTo>
                  <a:lnTo>
                    <a:pt x="715117" y="462421"/>
                  </a:lnTo>
                  <a:lnTo>
                    <a:pt x="701951" y="548687"/>
                  </a:lnTo>
                  <a:cubicBezTo>
                    <a:pt x="698288" y="584750"/>
                    <a:pt x="696412" y="621342"/>
                    <a:pt x="696412" y="658372"/>
                  </a:cubicBezTo>
                  <a:cubicBezTo>
                    <a:pt x="696412" y="695402"/>
                    <a:pt x="698288" y="731994"/>
                    <a:pt x="701951" y="768057"/>
                  </a:cubicBezTo>
                  <a:lnTo>
                    <a:pt x="717594" y="870554"/>
                  </a:lnTo>
                  <a:lnTo>
                    <a:pt x="718207" y="874574"/>
                  </a:lnTo>
                  <a:cubicBezTo>
                    <a:pt x="761078" y="1084080"/>
                    <a:pt x="865021" y="1271340"/>
                    <a:pt x="1010622" y="1416941"/>
                  </a:cubicBezTo>
                  <a:lnTo>
                    <a:pt x="1072779" y="1473433"/>
                  </a:lnTo>
                  <a:lnTo>
                    <a:pt x="1086804" y="1486180"/>
                  </a:lnTo>
                  <a:cubicBezTo>
                    <a:pt x="1272244" y="1639219"/>
                    <a:pt x="1509982" y="1731151"/>
                    <a:pt x="1769191" y="1731151"/>
                  </a:cubicBezTo>
                  <a:cubicBezTo>
                    <a:pt x="1806221" y="1731151"/>
                    <a:pt x="1842813" y="1729275"/>
                    <a:pt x="1878876" y="1725612"/>
                  </a:cubicBezTo>
                  <a:lnTo>
                    <a:pt x="1918545" y="1719558"/>
                  </a:lnTo>
                  <a:lnTo>
                    <a:pt x="1900587" y="1743573"/>
                  </a:lnTo>
                  <a:cubicBezTo>
                    <a:pt x="1703824" y="1981995"/>
                    <a:pt x="1406049" y="2133965"/>
                    <a:pt x="1072779" y="2133965"/>
                  </a:cubicBezTo>
                  <a:cubicBezTo>
                    <a:pt x="739510" y="2133965"/>
                    <a:pt x="441735" y="1981995"/>
                    <a:pt x="244971" y="1743573"/>
                  </a:cubicBezTo>
                  <a:lnTo>
                    <a:pt x="227013" y="1719558"/>
                  </a:lnTo>
                  <a:lnTo>
                    <a:pt x="183214" y="1660987"/>
                  </a:lnTo>
                  <a:cubicBezTo>
                    <a:pt x="67542" y="1489770"/>
                    <a:pt x="0" y="1283366"/>
                    <a:pt x="0" y="1061186"/>
                  </a:cubicBezTo>
                  <a:cubicBezTo>
                    <a:pt x="0" y="1024156"/>
                    <a:pt x="1876" y="987564"/>
                    <a:pt x="5539" y="951501"/>
                  </a:cubicBezTo>
                  <a:lnTo>
                    <a:pt x="18805" y="864576"/>
                  </a:lnTo>
                  <a:lnTo>
                    <a:pt x="21795" y="844984"/>
                  </a:lnTo>
                  <a:cubicBezTo>
                    <a:pt x="64666" y="635478"/>
                    <a:pt x="168609" y="448218"/>
                    <a:pt x="314210" y="302617"/>
                  </a:cubicBezTo>
                  <a:lnTo>
                    <a:pt x="364839" y="256602"/>
                  </a:lnTo>
                  <a:lnTo>
                    <a:pt x="390392" y="233378"/>
                  </a:lnTo>
                  <a:cubicBezTo>
                    <a:pt x="469866" y="167790"/>
                    <a:pt x="558946" y="113426"/>
                    <a:pt x="655205" y="72711"/>
                  </a:cubicBezTo>
                  <a:lnTo>
                    <a:pt x="715217" y="50747"/>
                  </a:lnTo>
                  <a:lnTo>
                    <a:pt x="753768" y="36637"/>
                  </a:lnTo>
                  <a:cubicBezTo>
                    <a:pt x="787360" y="26189"/>
                    <a:pt x="821659" y="17347"/>
                    <a:pt x="856577" y="10202"/>
                  </a:cubicBezTo>
                  <a:close/>
                </a:path>
              </a:pathLst>
            </a:custGeom>
            <a:solidFill>
              <a:srgbClr val="ED776B"/>
            </a:solidFill>
            <a:ln>
              <a:noFill/>
            </a:ln>
            <a:effectLst>
              <a:innerShdw blurRad="508000">
                <a:prstClr val="black">
                  <a:alpha val="50000"/>
                </a:prstClr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pic>
          <p:nvPicPr>
            <p:cNvPr id="120" name="Graphic 119" descr="Graduation cap with solid fill">
              <a:extLst>
                <a:ext uri="{FF2B5EF4-FFF2-40B4-BE49-F238E27FC236}">
                  <a16:creationId xmlns:a16="http://schemas.microsoft.com/office/drawing/2014/main" id="{7EB8FF81-D191-8DEA-293E-21E712B38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9360" y="4728247"/>
              <a:ext cx="547200" cy="547200"/>
            </a:xfrm>
            <a:prstGeom prst="rect">
              <a:avLst/>
            </a:prstGeom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36FE2C8-BE11-7551-4C67-187CDC595894}"/>
              </a:ext>
            </a:extLst>
          </p:cNvPr>
          <p:cNvGrpSpPr/>
          <p:nvPr/>
        </p:nvGrpSpPr>
        <p:grpSpPr>
          <a:xfrm>
            <a:off x="-4019348" y="398072"/>
            <a:ext cx="3928127" cy="1107996"/>
            <a:chOff x="-4003710" y="207574"/>
            <a:chExt cx="3928127" cy="1107996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AC8BA02-7415-3FBB-5D4D-4970B1021A85}"/>
                </a:ext>
              </a:extLst>
            </p:cNvPr>
            <p:cNvSpPr txBox="1"/>
            <p:nvPr/>
          </p:nvSpPr>
          <p:spPr>
            <a:xfrm>
              <a:off x="-4003710" y="409388"/>
              <a:ext cx="3400782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Shubham Kumar Himanshu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1262253979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9E78F5A-C086-98FC-7FA6-67FA8EE8E81F}"/>
                </a:ext>
              </a:extLst>
            </p:cNvPr>
            <p:cNvSpPr txBox="1"/>
            <p:nvPr/>
          </p:nvSpPr>
          <p:spPr>
            <a:xfrm>
              <a:off x="-622783" y="207574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1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55FA04D-0476-46F6-FD80-379632ED7D34}"/>
              </a:ext>
            </a:extLst>
          </p:cNvPr>
          <p:cNvGrpSpPr/>
          <p:nvPr/>
        </p:nvGrpSpPr>
        <p:grpSpPr>
          <a:xfrm>
            <a:off x="-3843732" y="2813208"/>
            <a:ext cx="2900708" cy="1107996"/>
            <a:chOff x="780291" y="1350052"/>
            <a:chExt cx="2900708" cy="1107996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EEC122F-AF3E-F008-C5F2-76B346BEFF85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Aditya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Dharme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1262250178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0BDAB9B-7E4D-7C87-DBE1-3CC26E847F35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2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EDB10B8-89F9-AD11-FF2E-D59F37482105}"/>
              </a:ext>
            </a:extLst>
          </p:cNvPr>
          <p:cNvGrpSpPr/>
          <p:nvPr/>
        </p:nvGrpSpPr>
        <p:grpSpPr>
          <a:xfrm>
            <a:off x="-3843732" y="6858000"/>
            <a:ext cx="2900708" cy="1107996"/>
            <a:chOff x="780291" y="1350052"/>
            <a:chExt cx="2900708" cy="1107996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DE87B22-7C84-60DA-A3EC-B09D1375FCFA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Jaideep </a:t>
              </a:r>
              <a:r>
                <a:rPr lang="en-US" dirty="0" err="1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Kalekudithi</a:t>
              </a:r>
              <a:endPara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1262253233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3C4907A7-5401-0C19-0DF8-28F5C8434A28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3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5BB5E20-92FC-BA41-F830-2A96B9F9B9FD}"/>
              </a:ext>
            </a:extLst>
          </p:cNvPr>
          <p:cNvGrpSpPr/>
          <p:nvPr/>
        </p:nvGrpSpPr>
        <p:grpSpPr>
          <a:xfrm>
            <a:off x="20002968" y="-10299047"/>
            <a:ext cx="2900708" cy="1107996"/>
            <a:chOff x="780291" y="1350052"/>
            <a:chExt cx="2900708" cy="1107996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68086775-E84B-5E07-964A-2E6C6433B57A}"/>
                </a:ext>
              </a:extLst>
            </p:cNvPr>
            <p:cNvSpPr txBox="1"/>
            <p:nvPr/>
          </p:nvSpPr>
          <p:spPr>
            <a:xfrm>
              <a:off x="780291" y="1503941"/>
              <a:ext cx="2399507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Lukesh Bhosale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1262253754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16C8BFF-D19E-5702-6959-0B8B95B91026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4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8C028E3-2FFD-E813-EE86-96CF5115EF73}"/>
              </a:ext>
            </a:extLst>
          </p:cNvPr>
          <p:cNvGrpSpPr/>
          <p:nvPr/>
        </p:nvGrpSpPr>
        <p:grpSpPr>
          <a:xfrm>
            <a:off x="34156869" y="3767316"/>
            <a:ext cx="3103122" cy="1107996"/>
            <a:chOff x="577877" y="1350052"/>
            <a:chExt cx="3103122" cy="110799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CD3866E-E59F-8CE1-21E8-37EF64503A9A}"/>
                </a:ext>
              </a:extLst>
            </p:cNvPr>
            <p:cNvSpPr txBox="1"/>
            <p:nvPr/>
          </p:nvSpPr>
          <p:spPr>
            <a:xfrm>
              <a:off x="577877" y="1503941"/>
              <a:ext cx="26019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Abhijeet Kadam Patil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PRN : 1262253319</a:t>
              </a:r>
            </a:p>
            <a:p>
              <a:pPr algn="r"/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 Rounded MT Bold" panose="020F0704030504030204" pitchFamily="34" charset="0"/>
                </a:rPr>
                <a:t>Batch:1 ,      Div:2</a:t>
              </a:r>
              <a:endParaRPr lang="en-IN" sz="14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915400C-495B-568B-A309-582AC24CD4A5}"/>
                </a:ext>
              </a:extLst>
            </p:cNvPr>
            <p:cNvSpPr txBox="1"/>
            <p:nvPr/>
          </p:nvSpPr>
          <p:spPr>
            <a:xfrm>
              <a:off x="3133799" y="1350052"/>
              <a:ext cx="547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dirty="0">
                  <a:solidFill>
                    <a:schemeClr val="bg1">
                      <a:lumMod val="85000"/>
                    </a:schemeClr>
                  </a:solidFill>
                  <a:latin typeface="Arial Narrow" panose="020B0606020202030204" pitchFamily="34" charset="0"/>
                </a:rPr>
                <a:t>5</a:t>
              </a:r>
              <a:endParaRPr lang="en-IN" sz="6600" dirty="0">
                <a:solidFill>
                  <a:schemeClr val="bg1">
                    <a:lumMod val="85000"/>
                  </a:schemeClr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DF71CC0C-A67A-E5F1-0590-68B6037BCE98}"/>
              </a:ext>
            </a:extLst>
          </p:cNvPr>
          <p:cNvSpPr txBox="1"/>
          <p:nvPr/>
        </p:nvSpPr>
        <p:spPr>
          <a:xfrm>
            <a:off x="21430322" y="13571212"/>
            <a:ext cx="239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Faculty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Incharge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: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Neha ma’am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BF523A-0E87-5823-24B8-3FB5097707C8}"/>
              </a:ext>
            </a:extLst>
          </p:cNvPr>
          <p:cNvSpPr txBox="1"/>
          <p:nvPr/>
        </p:nvSpPr>
        <p:spPr>
          <a:xfrm>
            <a:off x="889531" y="599886"/>
            <a:ext cx="357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Introduction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94BEA-F9B7-C02D-2D6C-80DBD19BAE84}"/>
              </a:ext>
            </a:extLst>
          </p:cNvPr>
          <p:cNvSpPr txBox="1"/>
          <p:nvPr/>
        </p:nvSpPr>
        <p:spPr>
          <a:xfrm>
            <a:off x="806659" y="1369614"/>
            <a:ext cx="55235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"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Britannic Bold" panose="020B0903060703020204" pitchFamily="34" charset="0"/>
              </a:rPr>
              <a:t>The ride-hailing industry has transformed urban mobility, generating massive amounts of data that can provide valuable insights into customer behavior, operational efficiency, and business performance. This project focuses on analyzing ride-booking data from the National Capital Region (NCR) to extract meaningful patterns and business intelligence."</a:t>
            </a:r>
            <a:endParaRPr lang="en-IN" dirty="0">
              <a:solidFill>
                <a:schemeClr val="bg1">
                  <a:lumMod val="75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82782-F875-7FC0-F0DD-14B99C46F8F4}"/>
              </a:ext>
            </a:extLst>
          </p:cNvPr>
          <p:cNvSpPr txBox="1"/>
          <p:nvPr/>
        </p:nvSpPr>
        <p:spPr>
          <a:xfrm>
            <a:off x="6227801" y="2940260"/>
            <a:ext cx="5109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C30C0-5009-4368-B3EF-A3DE5C334934}"/>
              </a:ext>
            </a:extLst>
          </p:cNvPr>
          <p:cNvSpPr txBox="1"/>
          <p:nvPr/>
        </p:nvSpPr>
        <p:spPr>
          <a:xfrm>
            <a:off x="6326186" y="3791238"/>
            <a:ext cx="4912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Britannic Bold" panose="020B0903060703020204" pitchFamily="34" charset="0"/>
              </a:rPr>
              <a:t>To develop a comprehensive analytics dashboard that analyzes ride-booking patterns, identifies key performance indicators, uncovers cancellation reasons, optimizes revenue strategies, and provides actionable insights for improving service quality in the ride-hailing ecosystem.</a:t>
            </a:r>
            <a:endParaRPr lang="en-IN" dirty="0">
              <a:solidFill>
                <a:schemeClr val="bg2"/>
              </a:solidFill>
              <a:latin typeface="Britannic Bold" panose="020B0903060703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23AE94-ECB4-60FC-F0BD-9915C92777ED}"/>
              </a:ext>
            </a:extLst>
          </p:cNvPr>
          <p:cNvSpPr/>
          <p:nvPr/>
        </p:nvSpPr>
        <p:spPr>
          <a:xfrm>
            <a:off x="-3693602" y="4543693"/>
            <a:ext cx="6500205" cy="6217200"/>
          </a:xfrm>
          <a:prstGeom prst="ellipse">
            <a:avLst/>
          </a:prstGeom>
          <a:solidFill>
            <a:srgbClr val="F29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9D998B-6047-8C51-B075-9A8AB34A55B5}"/>
              </a:ext>
            </a:extLst>
          </p:cNvPr>
          <p:cNvSpPr/>
          <p:nvPr/>
        </p:nvSpPr>
        <p:spPr>
          <a:xfrm>
            <a:off x="9755658" y="-4821815"/>
            <a:ext cx="5974149" cy="6217200"/>
          </a:xfrm>
          <a:prstGeom prst="ellipse">
            <a:avLst/>
          </a:prstGeom>
          <a:solidFill>
            <a:srgbClr val="E1B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D33A0D-FEED-93B6-74CF-09D1277ACD78}"/>
              </a:ext>
            </a:extLst>
          </p:cNvPr>
          <p:cNvSpPr txBox="1"/>
          <p:nvPr/>
        </p:nvSpPr>
        <p:spPr>
          <a:xfrm>
            <a:off x="-2927020" y="4976642"/>
            <a:ext cx="2835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Datasheet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2B5D4-90AA-8062-B29E-0A9889695A6B}"/>
              </a:ext>
            </a:extLst>
          </p:cNvPr>
          <p:cNvSpPr txBox="1"/>
          <p:nvPr/>
        </p:nvSpPr>
        <p:spPr>
          <a:xfrm>
            <a:off x="-10144392" y="1392996"/>
            <a:ext cx="42363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Source: Synthetic ride-booking data for NCR region. </a:t>
            </a:r>
          </a:p>
          <a:p>
            <a:endParaRPr lang="en-US" b="1" dirty="0"/>
          </a:p>
          <a:p>
            <a:r>
              <a:rPr lang="en-US" b="1" dirty="0"/>
              <a:t>Records: 1.5 Lakhs+ booking entries</a:t>
            </a:r>
          </a:p>
          <a:p>
            <a:endParaRPr lang="en-US" b="1" dirty="0"/>
          </a:p>
          <a:p>
            <a:r>
              <a:rPr lang="en-US" b="1" dirty="0"/>
              <a:t>Time Period: January 2024 - December 2024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85333-EF16-96B5-1117-E7666769B222}"/>
              </a:ext>
            </a:extLst>
          </p:cNvPr>
          <p:cNvSpPr txBox="1"/>
          <p:nvPr/>
        </p:nvSpPr>
        <p:spPr>
          <a:xfrm>
            <a:off x="-10281406" y="4283474"/>
            <a:ext cx="3436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Features:</a:t>
            </a:r>
          </a:p>
          <a:p>
            <a:endParaRPr lang="en-US" b="1" dirty="0"/>
          </a:p>
          <a:p>
            <a:r>
              <a:rPr lang="en-US" b="1" dirty="0"/>
              <a:t>Temporal:</a:t>
            </a:r>
            <a:r>
              <a:rPr lang="en-US" dirty="0"/>
              <a:t> Date, Time, Month</a:t>
            </a:r>
          </a:p>
          <a:p>
            <a:r>
              <a:rPr lang="en-US" b="1" dirty="0"/>
              <a:t>Financial:</a:t>
            </a:r>
            <a:r>
              <a:rPr lang="en-US" dirty="0"/>
              <a:t> Booking Value, Ride Distance</a:t>
            </a:r>
          </a:p>
          <a:p>
            <a:r>
              <a:rPr lang="en-US" b="1" dirty="0"/>
              <a:t>Cancellation:</a:t>
            </a:r>
            <a:r>
              <a:rPr lang="en-US" dirty="0"/>
              <a:t> Reasons for cancellations</a:t>
            </a:r>
          </a:p>
          <a:p>
            <a:r>
              <a:rPr lang="en-US" b="1" dirty="0"/>
              <a:t>Payment:</a:t>
            </a:r>
            <a:r>
              <a:rPr lang="en-US" dirty="0"/>
              <a:t> Payment Methods</a:t>
            </a:r>
          </a:p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ED3908-4841-5AE5-4B59-CD9309FD0293}"/>
              </a:ext>
            </a:extLst>
          </p:cNvPr>
          <p:cNvSpPr txBox="1"/>
          <p:nvPr/>
        </p:nvSpPr>
        <p:spPr>
          <a:xfrm>
            <a:off x="9185631" y="-4559998"/>
            <a:ext cx="67843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Algorithms  </a:t>
            </a:r>
          </a:p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&amp;  Flowchart</a:t>
            </a:r>
          </a:p>
          <a:p>
            <a:endParaRPr lang="en-IN" sz="2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F06B76-D981-A6A0-2F32-99CC0D061C72}"/>
              </a:ext>
            </a:extLst>
          </p:cNvPr>
          <p:cNvSpPr txBox="1"/>
          <p:nvPr/>
        </p:nvSpPr>
        <p:spPr>
          <a:xfrm>
            <a:off x="9490401" y="-2473343"/>
            <a:ext cx="41053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Algorithms Used:</a:t>
            </a:r>
          </a:p>
          <a:p>
            <a:r>
              <a:rPr lang="en-IN" b="1" dirty="0"/>
              <a:t>Data Preprocessing Pipeline</a:t>
            </a:r>
            <a:endParaRPr lang="en-IN" dirty="0"/>
          </a:p>
          <a:p>
            <a:r>
              <a:rPr lang="en-IN" b="1" dirty="0"/>
              <a:t>Exploratory Data Analysis (EDA)</a:t>
            </a:r>
            <a:endParaRPr lang="en-IN" dirty="0"/>
          </a:p>
          <a:p>
            <a:r>
              <a:rPr lang="en-IN" b="1" dirty="0"/>
              <a:t>Statistical Analysis</a:t>
            </a:r>
            <a:endParaRPr lang="en-IN" dirty="0"/>
          </a:p>
          <a:p>
            <a:r>
              <a:rPr lang="en-IN" b="1" dirty="0"/>
              <a:t>Data Visualization Algorithms</a:t>
            </a:r>
            <a:endParaRPr lang="en-IN" dirty="0"/>
          </a:p>
          <a:p>
            <a:r>
              <a:rPr lang="en-IN" b="1" dirty="0"/>
              <a:t>Business Metrics Calculation</a:t>
            </a:r>
            <a:endParaRPr lang="en-IN" dirty="0"/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73B950-BCE6-0D4F-A29C-84972AEC9BFB}"/>
              </a:ext>
            </a:extLst>
          </p:cNvPr>
          <p:cNvSpPr txBox="1"/>
          <p:nvPr/>
        </p:nvSpPr>
        <p:spPr>
          <a:xfrm>
            <a:off x="9332589" y="-3102254"/>
            <a:ext cx="42294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Flowchart Used:</a:t>
            </a:r>
          </a:p>
          <a:p>
            <a:r>
              <a:rPr lang="en-IN" sz="1600" b="1" dirty="0"/>
              <a:t>[Data Loading] → [Data Cleaning] 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[Exploratory Analysis] → [Statistical Analysis]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📊 VISUALIZATION MODULES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├── Booking Status Analysis</a:t>
            </a:r>
          </a:p>
          <a:p>
            <a:r>
              <a:rPr lang="en-IN" sz="1600" b="1" dirty="0"/>
              <a:t>├── Temporal Pattern Analysis  </a:t>
            </a:r>
          </a:p>
          <a:p>
            <a:r>
              <a:rPr lang="en-IN" sz="1600" b="1" dirty="0"/>
              <a:t>├── Vehicle Performance</a:t>
            </a:r>
          </a:p>
          <a:p>
            <a:r>
              <a:rPr lang="en-IN" sz="1600" b="1" dirty="0"/>
              <a:t>└── Cancellation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38C27-004A-C237-6B46-A62F69CB461E}"/>
              </a:ext>
            </a:extLst>
          </p:cNvPr>
          <p:cNvSpPr txBox="1"/>
          <p:nvPr/>
        </p:nvSpPr>
        <p:spPr>
          <a:xfrm>
            <a:off x="-5403747" y="7011889"/>
            <a:ext cx="24028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itannic Bold" panose="020B0903060703020204" pitchFamily="34" charset="0"/>
                <a:ea typeface="+mn-ea"/>
                <a:cs typeface="+mn-cs"/>
              </a:rPr>
              <a:t>Dataset Source: Synthetic ride-booking data for NCR region.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itannic Bold" panose="020B0903060703020204" pitchFamily="34" charset="0"/>
                <a:ea typeface="+mn-ea"/>
                <a:cs typeface="+mn-cs"/>
              </a:rPr>
              <a:t>Records: 1.5 Lakhs+ booking entries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itannic Bold" panose="020B0903060703020204" pitchFamily="34" charset="0"/>
                <a:ea typeface="+mn-ea"/>
                <a:cs typeface="+mn-cs"/>
              </a:rPr>
              <a:t>Time Period: January 2024 - December 2024</a:t>
            </a:r>
          </a:p>
        </p:txBody>
      </p:sp>
    </p:spTree>
    <p:extLst>
      <p:ext uri="{BB962C8B-B14F-4D97-AF65-F5344CB8AC3E}">
        <p14:creationId xmlns:p14="http://schemas.microsoft.com/office/powerpoint/2010/main" val="1999188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E97FC-AD30-9FD8-38D1-730CB3CE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9F3D7E73-4A0B-3729-479A-8EC6D55AFDA7}"/>
              </a:ext>
            </a:extLst>
          </p:cNvPr>
          <p:cNvSpPr/>
          <p:nvPr/>
        </p:nvSpPr>
        <p:spPr>
          <a:xfrm>
            <a:off x="-531521" y="-262639"/>
            <a:ext cx="14044671" cy="7527204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B5451E-D70C-A8C8-9BC3-69E671F1E264}"/>
              </a:ext>
            </a:extLst>
          </p:cNvPr>
          <p:cNvSpPr/>
          <p:nvPr/>
        </p:nvSpPr>
        <p:spPr>
          <a:xfrm>
            <a:off x="5469595" y="278523"/>
            <a:ext cx="6500205" cy="6217200"/>
          </a:xfrm>
          <a:prstGeom prst="ellipse">
            <a:avLst/>
          </a:prstGeom>
          <a:solidFill>
            <a:srgbClr val="F29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C2DD44-AD6B-FEC3-E979-CFA01C2EEB6F}"/>
              </a:ext>
            </a:extLst>
          </p:cNvPr>
          <p:cNvSpPr txBox="1"/>
          <p:nvPr/>
        </p:nvSpPr>
        <p:spPr>
          <a:xfrm>
            <a:off x="889532" y="-1384407"/>
            <a:ext cx="3578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Introduction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56903-B2B8-461B-3CDD-B2FF9C8841AD}"/>
              </a:ext>
            </a:extLst>
          </p:cNvPr>
          <p:cNvSpPr txBox="1"/>
          <p:nvPr/>
        </p:nvSpPr>
        <p:spPr>
          <a:xfrm>
            <a:off x="-5601917" y="1238401"/>
            <a:ext cx="5523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"The ride-hailing industry has transformed urban mobility, generating massive amounts of data that can provide valuable insights into customer behavior, operational efficiency, and business performance. This project focuses on analyzing ride-booking data from the National Capital Region (NCR) to extract meaningful patterns and business intelligence."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81E94-389C-74D0-7047-C27B47594C8F}"/>
              </a:ext>
            </a:extLst>
          </p:cNvPr>
          <p:cNvSpPr txBox="1"/>
          <p:nvPr/>
        </p:nvSpPr>
        <p:spPr>
          <a:xfrm>
            <a:off x="26314031" y="3124637"/>
            <a:ext cx="5109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665DB-EB64-D12D-EB32-7A5CBA20AA49}"/>
              </a:ext>
            </a:extLst>
          </p:cNvPr>
          <p:cNvSpPr txBox="1"/>
          <p:nvPr/>
        </p:nvSpPr>
        <p:spPr>
          <a:xfrm>
            <a:off x="6818555" y="7264565"/>
            <a:ext cx="4912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To develop a comprehensive analytics dashboard that analyzes ride-booking patterns, identifies key performance indicators, uncovers cancellation reasons, optimizes revenue strategies, and provides actionable insights for improving service quality in the ride-hailing ecosystem.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5222CF-91D1-468A-12F2-A651A2EDE254}"/>
              </a:ext>
            </a:extLst>
          </p:cNvPr>
          <p:cNvSpPr/>
          <p:nvPr/>
        </p:nvSpPr>
        <p:spPr>
          <a:xfrm>
            <a:off x="449800" y="278523"/>
            <a:ext cx="5974149" cy="6217200"/>
          </a:xfrm>
          <a:prstGeom prst="ellipse">
            <a:avLst/>
          </a:prstGeom>
          <a:solidFill>
            <a:srgbClr val="E1B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03098-29A1-6F82-C9A1-22BA60231B25}"/>
              </a:ext>
            </a:extLst>
          </p:cNvPr>
          <p:cNvSpPr txBox="1"/>
          <p:nvPr/>
        </p:nvSpPr>
        <p:spPr>
          <a:xfrm>
            <a:off x="1917921" y="884458"/>
            <a:ext cx="2835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30303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Datasheet</a:t>
            </a:r>
            <a:endParaRPr lang="en-IN" sz="4000" dirty="0">
              <a:solidFill>
                <a:srgbClr val="F30303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E3B91-60D9-9F99-9206-4D8D79B8D789}"/>
              </a:ext>
            </a:extLst>
          </p:cNvPr>
          <p:cNvSpPr txBox="1"/>
          <p:nvPr/>
        </p:nvSpPr>
        <p:spPr>
          <a:xfrm>
            <a:off x="1562294" y="2312569"/>
            <a:ext cx="42363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ritannic Bold" panose="020B0903060703020204" pitchFamily="34" charset="0"/>
              </a:rPr>
              <a:t>Dataset Source: Synthetic ride-booking data for NCR region. </a:t>
            </a:r>
          </a:p>
          <a:p>
            <a:endParaRPr lang="en-US" b="1" dirty="0">
              <a:latin typeface="Britannic Bold" panose="020B0903060703020204" pitchFamily="34" charset="0"/>
            </a:endParaRPr>
          </a:p>
          <a:p>
            <a:r>
              <a:rPr lang="en-US" b="1" dirty="0">
                <a:latin typeface="Britannic Bold" panose="020B0903060703020204" pitchFamily="34" charset="0"/>
              </a:rPr>
              <a:t>Records: 1.5 Lakhs+ booking entries</a:t>
            </a:r>
          </a:p>
          <a:p>
            <a:endParaRPr lang="en-US" b="1" dirty="0">
              <a:latin typeface="Britannic Bold" panose="020B0903060703020204" pitchFamily="34" charset="0"/>
            </a:endParaRPr>
          </a:p>
          <a:p>
            <a:r>
              <a:rPr lang="en-US" b="1" dirty="0">
                <a:latin typeface="Britannic Bold" panose="020B0903060703020204" pitchFamily="34" charset="0"/>
              </a:rPr>
              <a:t>Time Period: January 2024 - December 2024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806E45-A81A-0903-1A60-70994E7DD72E}"/>
              </a:ext>
            </a:extLst>
          </p:cNvPr>
          <p:cNvSpPr txBox="1"/>
          <p:nvPr/>
        </p:nvSpPr>
        <p:spPr>
          <a:xfrm>
            <a:off x="1583589" y="4112894"/>
            <a:ext cx="343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00AFEC-1503-F7D2-B184-E3E1EF509397}"/>
              </a:ext>
            </a:extLst>
          </p:cNvPr>
          <p:cNvSpPr txBox="1"/>
          <p:nvPr/>
        </p:nvSpPr>
        <p:spPr>
          <a:xfrm>
            <a:off x="5185458" y="622847"/>
            <a:ext cx="67843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Algorithms  </a:t>
            </a:r>
          </a:p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&amp;  Flowchart</a:t>
            </a:r>
          </a:p>
          <a:p>
            <a:endParaRPr lang="en-IN" sz="2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49BE0-72EB-D1FA-F30C-455A72A92D97}"/>
              </a:ext>
            </a:extLst>
          </p:cNvPr>
          <p:cNvSpPr txBox="1"/>
          <p:nvPr/>
        </p:nvSpPr>
        <p:spPr>
          <a:xfrm>
            <a:off x="7144177" y="2302708"/>
            <a:ext cx="410539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Britannic Bold" panose="020B0903060703020204" pitchFamily="34" charset="0"/>
              </a:rPr>
              <a:t>Algorithms Used:</a:t>
            </a:r>
          </a:p>
          <a:p>
            <a:r>
              <a:rPr lang="en-IN" sz="2000" b="1" dirty="0">
                <a:latin typeface="Britannic Bold" panose="020B0903060703020204" pitchFamily="34" charset="0"/>
              </a:rPr>
              <a:t>Data Preprocessing Pipeline</a:t>
            </a:r>
            <a:endParaRPr lang="en-IN" sz="2000" dirty="0">
              <a:latin typeface="Britannic Bold" panose="020B0903060703020204" pitchFamily="34" charset="0"/>
            </a:endParaRPr>
          </a:p>
          <a:p>
            <a:r>
              <a:rPr lang="en-IN" sz="2000" b="1" dirty="0">
                <a:latin typeface="Britannic Bold" panose="020B0903060703020204" pitchFamily="34" charset="0"/>
              </a:rPr>
              <a:t>Exploratory Data Analysis (EDA)</a:t>
            </a:r>
            <a:endParaRPr lang="en-IN" sz="2000" dirty="0">
              <a:latin typeface="Britannic Bold" panose="020B0903060703020204" pitchFamily="34" charset="0"/>
            </a:endParaRPr>
          </a:p>
          <a:p>
            <a:r>
              <a:rPr lang="en-IN" sz="2000" b="1" dirty="0">
                <a:latin typeface="Britannic Bold" panose="020B0903060703020204" pitchFamily="34" charset="0"/>
              </a:rPr>
              <a:t>Statistical Analysis</a:t>
            </a:r>
            <a:endParaRPr lang="en-IN" sz="2000" dirty="0">
              <a:latin typeface="Britannic Bold" panose="020B0903060703020204" pitchFamily="34" charset="0"/>
            </a:endParaRPr>
          </a:p>
          <a:p>
            <a:r>
              <a:rPr lang="en-IN" sz="2000" b="1" dirty="0">
                <a:latin typeface="Britannic Bold" panose="020B0903060703020204" pitchFamily="34" charset="0"/>
              </a:rPr>
              <a:t>Data Visualization Algorithms</a:t>
            </a:r>
            <a:endParaRPr lang="en-IN" sz="2000" dirty="0">
              <a:latin typeface="Britannic Bold" panose="020B0903060703020204" pitchFamily="34" charset="0"/>
            </a:endParaRPr>
          </a:p>
          <a:p>
            <a:r>
              <a:rPr lang="en-IN" sz="2000" b="1" dirty="0">
                <a:latin typeface="Britannic Bold" panose="020B0903060703020204" pitchFamily="34" charset="0"/>
              </a:rPr>
              <a:t>Business Metrics Calculation</a:t>
            </a:r>
            <a:endParaRPr lang="en-IN" sz="2000" dirty="0">
              <a:latin typeface="Britannic Bold" panose="020B0903060703020204" pitchFamily="34" charset="0"/>
            </a:endParaRP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C8A80-72E3-7C2F-EEDD-F0C344C35DF2}"/>
              </a:ext>
            </a:extLst>
          </p:cNvPr>
          <p:cNvSpPr txBox="1"/>
          <p:nvPr/>
        </p:nvSpPr>
        <p:spPr>
          <a:xfrm>
            <a:off x="14168492" y="7435688"/>
            <a:ext cx="781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CE34D8-1A59-357B-DC91-E03EA175A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1346" y="59436"/>
            <a:ext cx="1382019" cy="26367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0B4E9B-4594-91AE-A790-07A5EB249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31407" y="1430153"/>
            <a:ext cx="2703134" cy="17470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D5F581E-8D23-6D26-569C-B03DB64E2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714" y="-2405654"/>
            <a:ext cx="2152572" cy="18366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036DA8A-1CCF-5F13-AD92-0748275FA12F}"/>
              </a:ext>
            </a:extLst>
          </p:cNvPr>
          <p:cNvSpPr txBox="1"/>
          <p:nvPr/>
        </p:nvSpPr>
        <p:spPr>
          <a:xfrm>
            <a:off x="12865742" y="-5621134"/>
            <a:ext cx="58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Some glimpse of the output</a:t>
            </a:r>
            <a:endParaRPr lang="en-IN" sz="32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51985C-18D7-F7C6-B8C8-0EFC341A1F13}"/>
              </a:ext>
            </a:extLst>
          </p:cNvPr>
          <p:cNvSpPr/>
          <p:nvPr/>
        </p:nvSpPr>
        <p:spPr>
          <a:xfrm>
            <a:off x="670560" y="9787733"/>
            <a:ext cx="11521440" cy="2426643"/>
          </a:xfrm>
          <a:prstGeom prst="rect">
            <a:avLst/>
          </a:prstGeom>
          <a:solidFill>
            <a:srgbClr val="F29A96"/>
          </a:solidFill>
          <a:ln>
            <a:noFill/>
          </a:ln>
          <a:effectLst>
            <a:outerShdw blurRad="127000" dist="889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1E54F1-B3A2-8CCC-5DAC-2D046BC8187A}"/>
              </a:ext>
            </a:extLst>
          </p:cNvPr>
          <p:cNvSpPr txBox="1"/>
          <p:nvPr/>
        </p:nvSpPr>
        <p:spPr>
          <a:xfrm>
            <a:off x="-4017317" y="3720353"/>
            <a:ext cx="3995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Conclusion</a:t>
            </a:r>
            <a:endParaRPr lang="en-IN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5C4D2C-C0BE-9477-17E6-FC4915D3AB19}"/>
              </a:ext>
            </a:extLst>
          </p:cNvPr>
          <p:cNvSpPr txBox="1"/>
          <p:nvPr/>
        </p:nvSpPr>
        <p:spPr>
          <a:xfrm>
            <a:off x="24697777" y="4482226"/>
            <a:ext cx="9530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project successfully demonstrates how data analytics can transform raw ride-booking data into actionable business intelligence. The analysis reveals critical insights about customer behavior, operational efficiency, and revenue optimization opportunities in the NCR ride-hailing market.</a:t>
            </a:r>
            <a:endParaRPr lang="en-IN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6C6D7A5-CC34-291A-D478-89D08CC2C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590" y="-2575127"/>
            <a:ext cx="3320758" cy="22638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E6A7AD-A2F0-E768-EB9B-B12693C62EE6}"/>
              </a:ext>
            </a:extLst>
          </p:cNvPr>
          <p:cNvSpPr txBox="1"/>
          <p:nvPr/>
        </p:nvSpPr>
        <p:spPr>
          <a:xfrm>
            <a:off x="-4921250" y="-3274267"/>
            <a:ext cx="22034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83000">
                      <a:srgbClr val="FF0000"/>
                    </a:gs>
                    <a:gs pos="100000">
                      <a:prstClr val="black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rPr>
              <a:t>THANK YOU</a:t>
            </a:r>
            <a:endParaRPr kumimoji="0" lang="en-IN" sz="9600" b="0" i="0" u="none" strike="noStrike" kern="1200" cap="none" spc="0" normalizeH="0" baseline="0" noProof="0" dirty="0">
              <a:ln>
                <a:noFill/>
              </a:ln>
              <a:gradFill>
                <a:gsLst>
                  <a:gs pos="95000">
                    <a:srgbClr val="E73A2A"/>
                  </a:gs>
                  <a:gs pos="100000">
                    <a:prstClr val="black"/>
                  </a:gs>
                </a:gsLst>
                <a:path path="circle">
                  <a:fillToRect l="50000" t="50000" r="50000" b="50000"/>
                </a:path>
              </a:gra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  <a:uLnTx/>
              <a:uFillTx/>
              <a:latin typeface="Segoe UI Black" panose="020B0A02040204020203" pitchFamily="34" charset="0"/>
              <a:ea typeface="Segoe UI Black" panose="020B0A020402040202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488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9EAF-2930-C4B5-FE44-F79B79209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EB8BEECA-5377-A4BC-67DA-EA5F86C5B6CD}"/>
              </a:ext>
            </a:extLst>
          </p:cNvPr>
          <p:cNvSpPr/>
          <p:nvPr/>
        </p:nvSpPr>
        <p:spPr>
          <a:xfrm>
            <a:off x="-95728" y="-201841"/>
            <a:ext cx="12731800" cy="7690745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F65599-3D1A-744D-3B6E-30C2BAE32CD2}"/>
              </a:ext>
            </a:extLst>
          </p:cNvPr>
          <p:cNvSpPr/>
          <p:nvPr/>
        </p:nvSpPr>
        <p:spPr>
          <a:xfrm>
            <a:off x="12636072" y="-32700"/>
            <a:ext cx="6500205" cy="6217200"/>
          </a:xfrm>
          <a:prstGeom prst="ellipse">
            <a:avLst/>
          </a:prstGeom>
          <a:solidFill>
            <a:srgbClr val="F29A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9E2844-B262-C1E7-43AF-BB6C302BFBD6}"/>
              </a:ext>
            </a:extLst>
          </p:cNvPr>
          <p:cNvSpPr/>
          <p:nvPr/>
        </p:nvSpPr>
        <p:spPr>
          <a:xfrm>
            <a:off x="-6253741" y="278523"/>
            <a:ext cx="5974149" cy="6217200"/>
          </a:xfrm>
          <a:prstGeom prst="ellipse">
            <a:avLst/>
          </a:prstGeom>
          <a:solidFill>
            <a:srgbClr val="E1B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7D089-19C0-AF61-B1C9-23048D930D74}"/>
              </a:ext>
            </a:extLst>
          </p:cNvPr>
          <p:cNvSpPr txBox="1"/>
          <p:nvPr/>
        </p:nvSpPr>
        <p:spPr>
          <a:xfrm>
            <a:off x="1948718" y="-1457292"/>
            <a:ext cx="2835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Datasheet</a:t>
            </a:r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3606E-4CCF-2694-CB5A-1FACD7DBADAC}"/>
              </a:ext>
            </a:extLst>
          </p:cNvPr>
          <p:cNvSpPr txBox="1"/>
          <p:nvPr/>
        </p:nvSpPr>
        <p:spPr>
          <a:xfrm>
            <a:off x="-10197109" y="860541"/>
            <a:ext cx="42363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Source: Synthetic ride-booking data for NCR region. </a:t>
            </a:r>
          </a:p>
          <a:p>
            <a:endParaRPr lang="en-US" b="1" dirty="0"/>
          </a:p>
          <a:p>
            <a:r>
              <a:rPr lang="en-US" b="1" dirty="0"/>
              <a:t>Records: 1.5 Lakhs+ booking entries</a:t>
            </a:r>
          </a:p>
          <a:p>
            <a:endParaRPr lang="en-US" b="1" dirty="0"/>
          </a:p>
          <a:p>
            <a:r>
              <a:rPr lang="en-US" b="1" dirty="0"/>
              <a:t>Time Period: January 2024 - December 2024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11A5B-A9A3-B713-26EC-823DC75E8747}"/>
              </a:ext>
            </a:extLst>
          </p:cNvPr>
          <p:cNvSpPr txBox="1"/>
          <p:nvPr/>
        </p:nvSpPr>
        <p:spPr>
          <a:xfrm>
            <a:off x="2211264" y="7456452"/>
            <a:ext cx="3436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Features:</a:t>
            </a:r>
          </a:p>
          <a:p>
            <a:endParaRPr lang="en-US" b="1" dirty="0"/>
          </a:p>
          <a:p>
            <a:r>
              <a:rPr lang="en-US" b="1" dirty="0"/>
              <a:t>Temporal:</a:t>
            </a:r>
            <a:r>
              <a:rPr lang="en-US" dirty="0"/>
              <a:t> Date, Time, Month</a:t>
            </a:r>
          </a:p>
          <a:p>
            <a:r>
              <a:rPr lang="en-US" b="1" dirty="0"/>
              <a:t>Financial:</a:t>
            </a:r>
            <a:r>
              <a:rPr lang="en-US" dirty="0"/>
              <a:t> Booking Value, Ride Distance</a:t>
            </a:r>
          </a:p>
          <a:p>
            <a:r>
              <a:rPr lang="en-US" b="1" dirty="0"/>
              <a:t>Cancellation:</a:t>
            </a:r>
            <a:r>
              <a:rPr lang="en-US" dirty="0"/>
              <a:t> Reasons for cancellations</a:t>
            </a:r>
          </a:p>
          <a:p>
            <a:r>
              <a:rPr lang="en-US" b="1" dirty="0"/>
              <a:t>Payment:</a:t>
            </a:r>
            <a:r>
              <a:rPr lang="en-US" dirty="0"/>
              <a:t> Payment Methods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691B79-549E-B995-2A83-38F22432627B}"/>
              </a:ext>
            </a:extLst>
          </p:cNvPr>
          <p:cNvSpPr txBox="1"/>
          <p:nvPr/>
        </p:nvSpPr>
        <p:spPr>
          <a:xfrm>
            <a:off x="5098575" y="-1833057"/>
            <a:ext cx="67843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Algorithms  </a:t>
            </a:r>
          </a:p>
          <a:p>
            <a:pPr algn="ctr"/>
            <a:r>
              <a:rPr lang="en-IN" sz="4000" b="1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&amp;  Flowchart</a:t>
            </a:r>
          </a:p>
          <a:p>
            <a:endParaRPr lang="en-IN" sz="2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EEFA6A-9205-7B85-1975-D80DD8A9FE34}"/>
              </a:ext>
            </a:extLst>
          </p:cNvPr>
          <p:cNvSpPr txBox="1"/>
          <p:nvPr/>
        </p:nvSpPr>
        <p:spPr>
          <a:xfrm>
            <a:off x="21609574" y="1399802"/>
            <a:ext cx="41053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Algorithms Used:</a:t>
            </a:r>
          </a:p>
          <a:p>
            <a:r>
              <a:rPr lang="en-IN" b="1" dirty="0"/>
              <a:t>Data Preprocessing Pipeline</a:t>
            </a:r>
            <a:endParaRPr lang="en-IN" dirty="0"/>
          </a:p>
          <a:p>
            <a:r>
              <a:rPr lang="en-IN" b="1" dirty="0"/>
              <a:t>Exploratory Data Analysis (EDA)</a:t>
            </a:r>
            <a:endParaRPr lang="en-IN" dirty="0"/>
          </a:p>
          <a:p>
            <a:r>
              <a:rPr lang="en-IN" b="1" dirty="0"/>
              <a:t>Statistical Analysis</a:t>
            </a:r>
            <a:endParaRPr lang="en-IN" dirty="0"/>
          </a:p>
          <a:p>
            <a:r>
              <a:rPr lang="en-IN" b="1" dirty="0"/>
              <a:t>Data Visualization Algorithms</a:t>
            </a:r>
            <a:endParaRPr lang="en-IN" dirty="0"/>
          </a:p>
          <a:p>
            <a:r>
              <a:rPr lang="en-IN" b="1" dirty="0"/>
              <a:t>Business Metrics Calculation</a:t>
            </a:r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562AA-676A-1DA3-EADC-2ADABE67BA15}"/>
              </a:ext>
            </a:extLst>
          </p:cNvPr>
          <p:cNvSpPr txBox="1"/>
          <p:nvPr/>
        </p:nvSpPr>
        <p:spPr>
          <a:xfrm>
            <a:off x="20706061" y="4317231"/>
            <a:ext cx="781291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Flowchart Used:</a:t>
            </a:r>
          </a:p>
          <a:p>
            <a:r>
              <a:rPr lang="en-IN" sz="1600" b="1" dirty="0"/>
              <a:t>[Data Loading] → [Data Cleaning] 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[Exploratory Analysis] → [Statistical Analysis]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📊 VISUALIZATION MODULES</a:t>
            </a:r>
          </a:p>
          <a:p>
            <a:r>
              <a:rPr lang="en-IN" sz="1600" b="1" dirty="0"/>
              <a:t>    ↓</a:t>
            </a:r>
          </a:p>
          <a:p>
            <a:r>
              <a:rPr lang="en-IN" sz="1600" b="1" dirty="0"/>
              <a:t>├── Booking Status Analysis</a:t>
            </a:r>
          </a:p>
          <a:p>
            <a:r>
              <a:rPr lang="en-IN" sz="1600" b="1" dirty="0"/>
              <a:t>├── Temporal Pattern Analysis  </a:t>
            </a:r>
          </a:p>
          <a:p>
            <a:r>
              <a:rPr lang="en-IN" sz="1600" b="1" dirty="0"/>
              <a:t>├── Vehicle Performance</a:t>
            </a:r>
          </a:p>
          <a:p>
            <a:r>
              <a:rPr lang="en-IN" sz="1600" b="1" dirty="0"/>
              <a:t>└── Cancellation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B68891-C119-830B-6425-8C5299F86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775" y="532114"/>
            <a:ext cx="1382019" cy="2636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B8BA0A-B856-C928-3365-BA9EAE830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4" y="1239252"/>
            <a:ext cx="2703134" cy="17470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DCAA06-87D6-FD6B-7E49-843DCEE5F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980" y="1239252"/>
            <a:ext cx="2152572" cy="18366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6DE017-AC75-A526-D11D-37F1013024E2}"/>
              </a:ext>
            </a:extLst>
          </p:cNvPr>
          <p:cNvSpPr txBox="1"/>
          <p:nvPr/>
        </p:nvSpPr>
        <p:spPr>
          <a:xfrm>
            <a:off x="721454" y="466500"/>
            <a:ext cx="58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Some glimpse of the output</a:t>
            </a:r>
            <a:endParaRPr lang="en-IN" sz="32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7AB5B4-FAD2-8B57-165F-0BB65C748714}"/>
              </a:ext>
            </a:extLst>
          </p:cNvPr>
          <p:cNvSpPr/>
          <p:nvPr/>
        </p:nvSpPr>
        <p:spPr>
          <a:xfrm>
            <a:off x="448360" y="3556264"/>
            <a:ext cx="11521440" cy="2426643"/>
          </a:xfrm>
          <a:prstGeom prst="rect">
            <a:avLst/>
          </a:prstGeom>
          <a:solidFill>
            <a:srgbClr val="F29A96"/>
          </a:solidFill>
          <a:ln>
            <a:noFill/>
          </a:ln>
          <a:effectLst>
            <a:outerShdw blurRad="127000" dist="889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FF9F6C-7C5B-A1F5-D4FB-6CAA7B456B10}"/>
              </a:ext>
            </a:extLst>
          </p:cNvPr>
          <p:cNvSpPr txBox="1"/>
          <p:nvPr/>
        </p:nvSpPr>
        <p:spPr>
          <a:xfrm>
            <a:off x="606163" y="3660316"/>
            <a:ext cx="3995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Conclusion:-</a:t>
            </a:r>
            <a:endParaRPr lang="en-IN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8B9E00-08A5-22FF-B6B4-AC23D82DE74C}"/>
              </a:ext>
            </a:extLst>
          </p:cNvPr>
          <p:cNvSpPr txBox="1"/>
          <p:nvPr/>
        </p:nvSpPr>
        <p:spPr>
          <a:xfrm>
            <a:off x="1722833" y="4328297"/>
            <a:ext cx="9530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rbel Light" panose="020B0303020204020204" pitchFamily="34" charset="0"/>
              </a:rPr>
              <a:t>This project successfully demonstrates how data analytics can transform raw ride-booking data into actionable business intelligence. The analysis reveals critical insights about customer behavior, operational efficiency, and revenue optimization opportunities in the NCR ride-hailing market.</a:t>
            </a:r>
            <a:endParaRPr lang="en-IN" sz="2400" b="1" dirty="0">
              <a:latin typeface="Corbel Light" panose="020B0303020204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EB9CDA7-3A79-047C-20D7-4F2F2C3651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284" y="785472"/>
            <a:ext cx="3320758" cy="22638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0E0978-1623-52E3-A9AA-91558D440E47}"/>
              </a:ext>
            </a:extLst>
          </p:cNvPr>
          <p:cNvSpPr txBox="1"/>
          <p:nvPr/>
        </p:nvSpPr>
        <p:spPr>
          <a:xfrm>
            <a:off x="-4273550" y="-3605200"/>
            <a:ext cx="19392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83000">
                      <a:srgbClr val="FF0000"/>
                    </a:gs>
                    <a:gs pos="100000">
                      <a:prstClr val="black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rPr>
              <a:t>THANK YOU</a:t>
            </a:r>
            <a:endParaRPr kumimoji="0" lang="en-IN" sz="9600" b="0" i="0" u="none" strike="noStrike" kern="1200" cap="none" spc="0" normalizeH="0" baseline="0" noProof="0" dirty="0">
              <a:ln>
                <a:noFill/>
              </a:ln>
              <a:gradFill>
                <a:gsLst>
                  <a:gs pos="95000">
                    <a:srgbClr val="E73A2A"/>
                  </a:gs>
                  <a:gs pos="100000">
                    <a:prstClr val="black"/>
                  </a:gs>
                </a:gsLst>
                <a:path path="circle">
                  <a:fillToRect l="50000" t="50000" r="50000" b="50000"/>
                </a:path>
              </a:gra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  <a:uLnTx/>
              <a:uFillTx/>
              <a:latin typeface="Segoe UI Black" panose="020B0A02040204020203" pitchFamily="34" charset="0"/>
              <a:ea typeface="Segoe UI Black" panose="020B0A02040204020203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178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6D48-1C7E-8E95-238A-0F295372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364D25B3-9965-F0ED-67BF-A488FA9300E0}"/>
              </a:ext>
            </a:extLst>
          </p:cNvPr>
          <p:cNvSpPr/>
          <p:nvPr/>
        </p:nvSpPr>
        <p:spPr>
          <a:xfrm>
            <a:off x="0" y="-911036"/>
            <a:ext cx="12757200" cy="8179677"/>
          </a:xfrm>
          <a:prstGeom prst="rect">
            <a:avLst/>
          </a:prstGeom>
          <a:gradFill flip="none" rotWithShape="1">
            <a:gsLst>
              <a:gs pos="0">
                <a:srgbClr val="344152"/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3175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AC73CA-FEBA-9968-886A-440538450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483" y="7685352"/>
            <a:ext cx="1382019" cy="26367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902835-E881-83EA-76FB-E88235C35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77" y="7685352"/>
            <a:ext cx="2703134" cy="17470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C9EAF0-D825-E4D2-F3E0-320FF4224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985" y="7703124"/>
            <a:ext cx="2152572" cy="18366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1E83F92-BED4-1F78-9D4A-8EE26D8AE85A}"/>
              </a:ext>
            </a:extLst>
          </p:cNvPr>
          <p:cNvSpPr txBox="1"/>
          <p:nvPr/>
        </p:nvSpPr>
        <p:spPr>
          <a:xfrm>
            <a:off x="211357" y="7477796"/>
            <a:ext cx="5884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E73A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Some glimpse of the output</a:t>
            </a:r>
            <a:endParaRPr lang="en-IN" sz="3200" dirty="0">
              <a:solidFill>
                <a:srgbClr val="E73A2A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CD0311-F80A-BFE8-880F-0DAED341A0E4}"/>
              </a:ext>
            </a:extLst>
          </p:cNvPr>
          <p:cNvSpPr/>
          <p:nvPr/>
        </p:nvSpPr>
        <p:spPr>
          <a:xfrm>
            <a:off x="0" y="7609580"/>
            <a:ext cx="11521440" cy="2426643"/>
          </a:xfrm>
          <a:prstGeom prst="rect">
            <a:avLst/>
          </a:prstGeom>
          <a:solidFill>
            <a:srgbClr val="F29A96"/>
          </a:solidFill>
          <a:ln>
            <a:noFill/>
          </a:ln>
          <a:effectLst>
            <a:outerShdw blurRad="127000" dist="88900" sx="102000" sy="102000" algn="ct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E7272A-AD9C-3536-8C63-E1C1FD193A2C}"/>
              </a:ext>
            </a:extLst>
          </p:cNvPr>
          <p:cNvSpPr txBox="1"/>
          <p:nvPr/>
        </p:nvSpPr>
        <p:spPr>
          <a:xfrm>
            <a:off x="222200" y="7331409"/>
            <a:ext cx="3995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Conclusion</a:t>
            </a:r>
            <a:endParaRPr lang="en-IN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B140FF-4AA2-A9A4-1DC5-26E665083FF0}"/>
              </a:ext>
            </a:extLst>
          </p:cNvPr>
          <p:cNvSpPr txBox="1"/>
          <p:nvPr/>
        </p:nvSpPr>
        <p:spPr>
          <a:xfrm>
            <a:off x="2438864" y="7832952"/>
            <a:ext cx="9530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project successfully demonstrates how data analytics can transform raw ride-booking data into actionable business intelligence. The analysis reveals critical insights about customer behavior, operational efficiency, and revenue optimization opportunities in the NCR ride-hailing market.</a:t>
            </a:r>
            <a:endParaRPr lang="en-IN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8AEDF38-6F10-54F3-FE5E-F653C2E66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19" y="7624360"/>
            <a:ext cx="3320758" cy="22638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AC088B-FEE9-0246-98B2-29907338B092}"/>
              </a:ext>
            </a:extLst>
          </p:cNvPr>
          <p:cNvSpPr txBox="1"/>
          <p:nvPr/>
        </p:nvSpPr>
        <p:spPr>
          <a:xfrm>
            <a:off x="1673879" y="2382505"/>
            <a:ext cx="90718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gradFill>
                  <a:gsLst>
                    <a:gs pos="83000">
                      <a:srgbClr val="FF0000"/>
                    </a:gs>
                    <a:gs pos="100000">
                      <a:schemeClr val="tx1"/>
                    </a:gs>
                  </a:gsLst>
                  <a:path path="circle">
                    <a:fillToRect l="50000" t="50000" r="50000" b="50000"/>
                  </a:path>
                </a:gradFill>
                <a:effectLst>
                  <a:outerShdw blurRad="127000" dist="88900" algn="l" rotWithShape="0">
                    <a:prstClr val="black">
                      <a:alpha val="7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THANK YOU</a:t>
            </a:r>
            <a:endParaRPr lang="en-IN" sz="9600" dirty="0">
              <a:gradFill>
                <a:gsLst>
                  <a:gs pos="95000">
                    <a:srgbClr val="E73A2A"/>
                  </a:gs>
                  <a:gs pos="100000">
                    <a:schemeClr val="tx1"/>
                  </a:gs>
                </a:gsLst>
                <a:path path="circle">
                  <a:fillToRect l="50000" t="50000" r="50000" b="50000"/>
                </a:path>
              </a:gradFill>
              <a:effectLst>
                <a:outerShdw blurRad="127000" dist="88900" algn="l" rotWithShape="0">
                  <a:prstClr val="black">
                    <a:alpha val="70000"/>
                  </a:prst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680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974</Words>
  <Application>Microsoft Office PowerPoint</Application>
  <PresentationFormat>Widescreen</PresentationFormat>
  <Paragraphs>179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Arial Black</vt:lpstr>
      <vt:lpstr>Arial Narrow</vt:lpstr>
      <vt:lpstr>Arial Rounded MT Bold</vt:lpstr>
      <vt:lpstr>Britannic Bold</vt:lpstr>
      <vt:lpstr>Calibri</vt:lpstr>
      <vt:lpstr>Calibri Light</vt:lpstr>
      <vt:lpstr>Corbel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Ekambara K</dc:creator>
  <cp:lastModifiedBy>Ekambara K</cp:lastModifiedBy>
  <cp:revision>12</cp:revision>
  <dcterms:created xsi:type="dcterms:W3CDTF">2025-11-15T10:56:46Z</dcterms:created>
  <dcterms:modified xsi:type="dcterms:W3CDTF">2025-11-16T16:42:45Z</dcterms:modified>
</cp:coreProperties>
</file>